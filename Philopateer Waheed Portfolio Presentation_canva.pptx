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elegraf" charset="1" panose="00000500000000000000"/>
      <p:regular r:id="rId23"/>
    </p:embeddedFont>
    <p:embeddedFont>
      <p:font typeface="Anonymous Pro Bold" charset="1" panose="02060809030202000504"/>
      <p:regular r:id="rId24"/>
    </p:embeddedFont>
    <p:embeddedFont>
      <p:font typeface="Telegraf Bold" charset="1" panose="00000800000000000000"/>
      <p:regular r:id="rId25"/>
    </p:embeddedFont>
    <p:embeddedFont>
      <p:font typeface="Anonymous Pro" charset="1" panose="020606090302020005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4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4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svg" Type="http://schemas.openxmlformats.org/officeDocument/2006/relationships/image"/><Relationship Id="rId14" Target="https://github.com/Philo25Waheed" TargetMode="External" Type="http://schemas.openxmlformats.org/officeDocument/2006/relationships/hyperlink"/><Relationship Id="rId15" Target="https://www.linkedin.com/in/philopateer-waheed-0751071b9/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svg" Type="http://schemas.openxmlformats.org/officeDocument/2006/relationships/image"/><Relationship Id="rId7" Target="../media/image52.png" Type="http://schemas.openxmlformats.org/officeDocument/2006/relationships/image"/><Relationship Id="rId8" Target="../media/image53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59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5299991" y="0"/>
            <a:ext cx="12657383" cy="10287000"/>
          </a:xfrm>
          <a:custGeom>
            <a:avLst/>
            <a:gdLst/>
            <a:ahLst/>
            <a:cxnLst/>
            <a:rect r="r" b="b" t="t" l="l"/>
            <a:pathLst>
              <a:path h="10287000" w="12657383">
                <a:moveTo>
                  <a:pt x="12657382" y="0"/>
                </a:moveTo>
                <a:lnTo>
                  <a:pt x="0" y="0"/>
                </a:lnTo>
                <a:lnTo>
                  <a:pt x="0" y="10287000"/>
                </a:lnTo>
                <a:lnTo>
                  <a:pt x="12657382" y="10287000"/>
                </a:lnTo>
                <a:lnTo>
                  <a:pt x="126573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656257" y="472565"/>
            <a:ext cx="5631743" cy="1112269"/>
          </a:xfrm>
          <a:custGeom>
            <a:avLst/>
            <a:gdLst/>
            <a:ahLst/>
            <a:cxnLst/>
            <a:rect r="r" b="b" t="t" l="l"/>
            <a:pathLst>
              <a:path h="1112269" w="5631743">
                <a:moveTo>
                  <a:pt x="5631743" y="0"/>
                </a:moveTo>
                <a:lnTo>
                  <a:pt x="0" y="0"/>
                </a:lnTo>
                <a:lnTo>
                  <a:pt x="0" y="1112270"/>
                </a:lnTo>
                <a:lnTo>
                  <a:pt x="5631743" y="1112270"/>
                </a:lnTo>
                <a:lnTo>
                  <a:pt x="5631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5556" y="1665704"/>
            <a:ext cx="7528181" cy="6955593"/>
            <a:chOff x="0" y="0"/>
            <a:chExt cx="1508891" cy="1394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8891" cy="1394126"/>
            </a:xfrm>
            <a:custGeom>
              <a:avLst/>
              <a:gdLst/>
              <a:ahLst/>
              <a:cxnLst/>
              <a:rect r="r" b="b" t="t" l="l"/>
              <a:pathLst>
                <a:path h="1394126" w="1508891">
                  <a:moveTo>
                    <a:pt x="639418" y="88095"/>
                  </a:moveTo>
                  <a:lnTo>
                    <a:pt x="639418" y="246210"/>
                  </a:lnTo>
                  <a:cubicBezTo>
                    <a:pt x="639418" y="267140"/>
                    <a:pt x="631966" y="287386"/>
                    <a:pt x="618397" y="303322"/>
                  </a:cubicBezTo>
                  <a:lnTo>
                    <a:pt x="450704" y="500263"/>
                  </a:lnTo>
                  <a:cubicBezTo>
                    <a:pt x="433967" y="519922"/>
                    <a:pt x="409449" y="531250"/>
                    <a:pt x="383630" y="531251"/>
                  </a:cubicBezTo>
                  <a:lnTo>
                    <a:pt x="88095" y="531251"/>
                  </a:lnTo>
                  <a:cubicBezTo>
                    <a:pt x="39444" y="531251"/>
                    <a:pt x="4" y="570689"/>
                    <a:pt x="0" y="619340"/>
                  </a:cubicBezTo>
                  <a:lnTo>
                    <a:pt x="0" y="1306032"/>
                  </a:lnTo>
                  <a:cubicBezTo>
                    <a:pt x="1" y="1354685"/>
                    <a:pt x="39442" y="1394126"/>
                    <a:pt x="88095" y="1394126"/>
                  </a:cubicBezTo>
                  <a:lnTo>
                    <a:pt x="1420796" y="1394126"/>
                  </a:lnTo>
                  <a:cubicBezTo>
                    <a:pt x="1469449" y="1394126"/>
                    <a:pt x="1508890" y="1354685"/>
                    <a:pt x="1508891" y="1306032"/>
                  </a:cubicBezTo>
                  <a:lnTo>
                    <a:pt x="1508891" y="88095"/>
                  </a:lnTo>
                  <a:cubicBezTo>
                    <a:pt x="1508891" y="64731"/>
                    <a:pt x="1499610" y="42323"/>
                    <a:pt x="1483089" y="25802"/>
                  </a:cubicBezTo>
                  <a:cubicBezTo>
                    <a:pt x="1466568" y="9281"/>
                    <a:pt x="1444160" y="0"/>
                    <a:pt x="1420796" y="0"/>
                  </a:cubicBezTo>
                  <a:lnTo>
                    <a:pt x="727513" y="0"/>
                  </a:lnTo>
                  <a:cubicBezTo>
                    <a:pt x="678860" y="0"/>
                    <a:pt x="639418" y="39441"/>
                    <a:pt x="639418" y="88095"/>
                  </a:cubicBezTo>
                  <a:close/>
                </a:path>
              </a:pathLst>
            </a:custGeom>
            <a:blipFill>
              <a:blip r:embed="rId8"/>
              <a:stretch>
                <a:fillRect l="0" t="-57" r="0" b="-57"/>
              </a:stretch>
            </a:blipFill>
            <a:ln w="76200" cap="sq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086686" y="8862061"/>
            <a:ext cx="4095750" cy="42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>
                <a:solidFill>
                  <a:srgbClr val="E2E8F0"/>
                </a:solidFill>
                <a:latin typeface="Telegraf"/>
                <a:ea typeface="Telegraf"/>
                <a:cs typeface="Telegraf"/>
                <a:sym typeface="Telegraf"/>
              </a:rPr>
              <a:t>Building modern, responsive, and user-focused digital solutions.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977451" y="6344474"/>
            <a:ext cx="430599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b="true" sz="1499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Philopateer Waheed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99809" y="5999651"/>
            <a:ext cx="5782627" cy="1347529"/>
            <a:chOff x="0" y="0"/>
            <a:chExt cx="1522996" cy="3549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2996" cy="354905"/>
            </a:xfrm>
            <a:custGeom>
              <a:avLst/>
              <a:gdLst/>
              <a:ahLst/>
              <a:cxnLst/>
              <a:rect r="r" b="b" t="t" l="l"/>
              <a:pathLst>
                <a:path h="354905" w="1522996">
                  <a:moveTo>
                    <a:pt x="0" y="0"/>
                  </a:moveTo>
                  <a:lnTo>
                    <a:pt x="1522996" y="0"/>
                  </a:lnTo>
                  <a:lnTo>
                    <a:pt x="1522996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2996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32470" y="7203641"/>
            <a:ext cx="191828" cy="191828"/>
            <a:chOff x="0" y="0"/>
            <a:chExt cx="423559" cy="423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67472" y="7251266"/>
            <a:ext cx="191828" cy="191828"/>
            <a:chOff x="0" y="0"/>
            <a:chExt cx="423559" cy="4235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32470" y="5903737"/>
            <a:ext cx="191828" cy="191828"/>
            <a:chOff x="0" y="0"/>
            <a:chExt cx="423559" cy="423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067472" y="5903737"/>
            <a:ext cx="191828" cy="191828"/>
            <a:chOff x="0" y="0"/>
            <a:chExt cx="423559" cy="4235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051625" y="3407931"/>
            <a:ext cx="8207675" cy="2622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285"/>
              </a:lnSpc>
              <a:spcBef>
                <a:spcPct val="0"/>
              </a:spcBef>
            </a:pPr>
            <a:r>
              <a:rPr lang="en-US" b="true" sz="14489">
                <a:solidFill>
                  <a:srgbClr val="F2F2F2"/>
                </a:solidFill>
                <a:latin typeface="Telegraf Bold"/>
                <a:ea typeface="Telegraf Bold"/>
                <a:cs typeface="Telegraf Bold"/>
                <a:sym typeface="Telegraf Bold"/>
              </a:rPr>
              <a:t>Waheed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8518" y="2427103"/>
            <a:ext cx="7680782" cy="162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590"/>
              </a:lnSpc>
              <a:spcBef>
                <a:spcPct val="0"/>
              </a:spcBef>
            </a:pPr>
            <a:r>
              <a:rPr lang="en-US" b="true" sz="8993">
                <a:solidFill>
                  <a:srgbClr val="00E5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Philopateer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63665" y="6208278"/>
            <a:ext cx="5718771" cy="89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 spc="62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Software Engineering Student | Web Developer | Freelancer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609513" y="5962884"/>
            <a:ext cx="1472605" cy="1421064"/>
          </a:xfrm>
          <a:custGeom>
            <a:avLst/>
            <a:gdLst/>
            <a:ahLst/>
            <a:cxnLst/>
            <a:rect r="r" b="b" t="t" l="l"/>
            <a:pathLst>
              <a:path h="1421064" w="1472605">
                <a:moveTo>
                  <a:pt x="0" y="0"/>
                </a:moveTo>
                <a:lnTo>
                  <a:pt x="1472605" y="0"/>
                </a:lnTo>
                <a:lnTo>
                  <a:pt x="1472605" y="1421064"/>
                </a:lnTo>
                <a:lnTo>
                  <a:pt x="0" y="14210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164580"/>
            <a:ext cx="3571046" cy="4122420"/>
          </a:xfrm>
          <a:custGeom>
            <a:avLst/>
            <a:gdLst/>
            <a:ahLst/>
            <a:cxnLst/>
            <a:rect r="r" b="b" t="t" l="l"/>
            <a:pathLst>
              <a:path h="4122420" w="3571046">
                <a:moveTo>
                  <a:pt x="0" y="0"/>
                </a:moveTo>
                <a:lnTo>
                  <a:pt x="3571046" y="0"/>
                </a:lnTo>
                <a:lnTo>
                  <a:pt x="3571046" y="4122420"/>
                </a:lnTo>
                <a:lnTo>
                  <a:pt x="0" y="4122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11339" y="1871374"/>
            <a:ext cx="5287731" cy="1347529"/>
            <a:chOff x="0" y="0"/>
            <a:chExt cx="1392653" cy="3549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2653" cy="354905"/>
            </a:xfrm>
            <a:custGeom>
              <a:avLst/>
              <a:gdLst/>
              <a:ahLst/>
              <a:cxnLst/>
              <a:rect r="r" b="b" t="t" l="l"/>
              <a:pathLst>
                <a:path h="354905" w="1392653">
                  <a:moveTo>
                    <a:pt x="0" y="0"/>
                  </a:moveTo>
                  <a:lnTo>
                    <a:pt x="1392653" y="0"/>
                  </a:lnTo>
                  <a:lnTo>
                    <a:pt x="139265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9265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3075364"/>
            <a:ext cx="191828" cy="191828"/>
            <a:chOff x="0" y="0"/>
            <a:chExt cx="423559" cy="423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74581" y="3122989"/>
            <a:ext cx="191828" cy="191828"/>
            <a:chOff x="0" y="0"/>
            <a:chExt cx="423559" cy="423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1775460"/>
            <a:ext cx="191828" cy="191828"/>
            <a:chOff x="0" y="0"/>
            <a:chExt cx="423559" cy="423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74581" y="1775460"/>
            <a:ext cx="191828" cy="191828"/>
            <a:chOff x="0" y="0"/>
            <a:chExt cx="423559" cy="423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4450" y="1871374"/>
            <a:ext cx="6640159" cy="6640165"/>
            <a:chOff x="0" y="0"/>
            <a:chExt cx="1419732" cy="14197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9733" cy="1419746"/>
            </a:xfrm>
            <a:custGeom>
              <a:avLst/>
              <a:gdLst/>
              <a:ahLst/>
              <a:cxnLst/>
              <a:rect r="r" b="b" t="t" l="l"/>
              <a:pathLst>
                <a:path h="1419746" w="1419733">
                  <a:moveTo>
                    <a:pt x="93229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42073"/>
                  </a:lnTo>
                  <a:cubicBezTo>
                    <a:pt x="0" y="1340199"/>
                    <a:pt x="79547" y="1419746"/>
                    <a:pt x="177673" y="1419746"/>
                  </a:cubicBezTo>
                  <a:lnTo>
                    <a:pt x="1242060" y="1419746"/>
                  </a:lnTo>
                  <a:cubicBezTo>
                    <a:pt x="1340186" y="1419746"/>
                    <a:pt x="1419733" y="1340199"/>
                    <a:pt x="1419733" y="1242073"/>
                  </a:cubicBezTo>
                  <a:lnTo>
                    <a:pt x="1419733" y="523958"/>
                  </a:lnTo>
                  <a:cubicBezTo>
                    <a:pt x="1419733" y="480251"/>
                    <a:pt x="1403623" y="438079"/>
                    <a:pt x="1374484" y="405503"/>
                  </a:cubicBezTo>
                  <a:lnTo>
                    <a:pt x="1064707" y="59214"/>
                  </a:lnTo>
                  <a:cubicBezTo>
                    <a:pt x="1031003" y="21536"/>
                    <a:pt x="982844" y="0"/>
                    <a:pt x="9322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95250" cap="sq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211339" y="3750945"/>
            <a:ext cx="8047961" cy="4698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7"/>
              </a:lnSpc>
            </a:pPr>
            <a:r>
              <a:rPr lang="en-US" sz="1918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I'm Philopateer Waheed, a Software Engineering student at Ahram Canadian University (ACU), Faculty of Computer Science and AI. I'm passionate about web development and freelancing, with hands-on experience building real-world projects.</a:t>
            </a:r>
          </a:p>
          <a:p>
            <a:pPr algn="l" marL="0" indent="0" lvl="0">
              <a:lnSpc>
                <a:spcPts val="2877"/>
              </a:lnSpc>
            </a:pPr>
            <a:r>
              <a:rPr lang="en-US" sz="1918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I thrive on problem solving and continuous learning — constantly expanding my skill set across both frontend and backend technologies. From management systems to e-commerce platforms, I focus on delivering clean, functional, and user-focused digital solutions.</a:t>
            </a:r>
          </a:p>
          <a:p>
            <a:pPr algn="l" marL="0" indent="0" lvl="0">
              <a:lnSpc>
                <a:spcPts val="2877"/>
              </a:lnSpc>
            </a:pPr>
            <a:r>
              <a:rPr lang="en-US" sz="1918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I approach every project with dedication, honesty, and a drive to grow — committed to turning ideas into practical, modern web experiences.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11339" y="1948889"/>
            <a:ext cx="5287731" cy="108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About 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09241" y="3472933"/>
            <a:ext cx="571500" cy="571500"/>
            <a:chOff x="0" y="0"/>
            <a:chExt cx="423559" cy="423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34500" y="3472933"/>
            <a:ext cx="571500" cy="571500"/>
            <a:chOff x="0" y="0"/>
            <a:chExt cx="423559" cy="4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09241" y="5961047"/>
            <a:ext cx="571500" cy="571500"/>
            <a:chOff x="0" y="0"/>
            <a:chExt cx="423559" cy="423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34500" y="5961047"/>
            <a:ext cx="571500" cy="571500"/>
            <a:chOff x="0" y="0"/>
            <a:chExt cx="423559" cy="423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2194991" y="4044433"/>
            <a:ext cx="0" cy="1916615"/>
          </a:xfrm>
          <a:prstGeom prst="line">
            <a:avLst/>
          </a:prstGeom>
          <a:ln cap="rnd" w="38100">
            <a:solidFill>
              <a:srgbClr val="00E5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620250" y="4044433"/>
            <a:ext cx="0" cy="1916615"/>
          </a:xfrm>
          <a:prstGeom prst="line">
            <a:avLst/>
          </a:prstGeom>
          <a:ln cap="rnd" w="38100">
            <a:solidFill>
              <a:srgbClr val="00E5FF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5232692" y="1124614"/>
            <a:ext cx="7821309" cy="1347529"/>
            <a:chOff x="0" y="0"/>
            <a:chExt cx="2059933" cy="3549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65353" y="2328604"/>
            <a:ext cx="191828" cy="191828"/>
            <a:chOff x="0" y="0"/>
            <a:chExt cx="423559" cy="423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29512" y="2376229"/>
            <a:ext cx="191828" cy="191828"/>
            <a:chOff x="0" y="0"/>
            <a:chExt cx="423559" cy="4235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65353" y="1028700"/>
            <a:ext cx="191828" cy="191828"/>
            <a:chOff x="0" y="0"/>
            <a:chExt cx="423559" cy="4235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929512" y="1028700"/>
            <a:ext cx="191828" cy="191828"/>
            <a:chOff x="0" y="0"/>
            <a:chExt cx="423559" cy="4235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83536" y="3547228"/>
            <a:ext cx="422910" cy="422910"/>
            <a:chOff x="0" y="0"/>
            <a:chExt cx="423559" cy="4235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85725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08795" y="3547228"/>
            <a:ext cx="422910" cy="422910"/>
            <a:chOff x="0" y="0"/>
            <a:chExt cx="423559" cy="42355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85725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83536" y="6035343"/>
            <a:ext cx="422910" cy="422910"/>
            <a:chOff x="0" y="0"/>
            <a:chExt cx="423559" cy="4235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85725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08795" y="6035343"/>
            <a:ext cx="422910" cy="422910"/>
            <a:chOff x="0" y="0"/>
            <a:chExt cx="423559" cy="42355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85725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true" rot="0">
            <a:off x="1028700" y="-400126"/>
            <a:ext cx="583101" cy="2606040"/>
          </a:xfrm>
          <a:custGeom>
            <a:avLst/>
            <a:gdLst/>
            <a:ahLst/>
            <a:cxnLst/>
            <a:rect r="r" b="b" t="t" l="l"/>
            <a:pathLst>
              <a:path h="2606040" w="583101">
                <a:moveTo>
                  <a:pt x="0" y="2606039"/>
                </a:moveTo>
                <a:lnTo>
                  <a:pt x="583101" y="2606039"/>
                </a:lnTo>
                <a:lnTo>
                  <a:pt x="583101" y="0"/>
                </a:lnTo>
                <a:lnTo>
                  <a:pt x="0" y="0"/>
                </a:lnTo>
                <a:lnTo>
                  <a:pt x="0" y="26060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true" flipV="true" rot="0">
            <a:off x="16676199" y="-400126"/>
            <a:ext cx="583101" cy="2606040"/>
          </a:xfrm>
          <a:custGeom>
            <a:avLst/>
            <a:gdLst/>
            <a:ahLst/>
            <a:cxnLst/>
            <a:rect r="r" b="b" t="t" l="l"/>
            <a:pathLst>
              <a:path h="2606040" w="583101">
                <a:moveTo>
                  <a:pt x="583101" y="2606039"/>
                </a:moveTo>
                <a:lnTo>
                  <a:pt x="0" y="2606039"/>
                </a:lnTo>
                <a:lnTo>
                  <a:pt x="0" y="0"/>
                </a:lnTo>
                <a:lnTo>
                  <a:pt x="583101" y="0"/>
                </a:lnTo>
                <a:lnTo>
                  <a:pt x="583101" y="26060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0" y="8745322"/>
            <a:ext cx="2480741" cy="1025957"/>
          </a:xfrm>
          <a:custGeom>
            <a:avLst/>
            <a:gdLst/>
            <a:ahLst/>
            <a:cxnLst/>
            <a:rect r="r" b="b" t="t" l="l"/>
            <a:pathLst>
              <a:path h="1025957" w="2480741">
                <a:moveTo>
                  <a:pt x="0" y="0"/>
                </a:moveTo>
                <a:lnTo>
                  <a:pt x="2480741" y="0"/>
                </a:lnTo>
                <a:lnTo>
                  <a:pt x="2480741" y="1025956"/>
                </a:lnTo>
                <a:lnTo>
                  <a:pt x="0" y="1025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5807259" y="8745322"/>
            <a:ext cx="2480741" cy="1025957"/>
          </a:xfrm>
          <a:custGeom>
            <a:avLst/>
            <a:gdLst/>
            <a:ahLst/>
            <a:cxnLst/>
            <a:rect r="r" b="b" t="t" l="l"/>
            <a:pathLst>
              <a:path h="1025957" w="2480741">
                <a:moveTo>
                  <a:pt x="2480741" y="0"/>
                </a:moveTo>
                <a:lnTo>
                  <a:pt x="0" y="0"/>
                </a:lnTo>
                <a:lnTo>
                  <a:pt x="0" y="1025956"/>
                </a:lnTo>
                <a:lnTo>
                  <a:pt x="2480741" y="1025956"/>
                </a:lnTo>
                <a:lnTo>
                  <a:pt x="248074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683957" y="9107622"/>
            <a:ext cx="4920086" cy="301355"/>
          </a:xfrm>
          <a:custGeom>
            <a:avLst/>
            <a:gdLst/>
            <a:ahLst/>
            <a:cxnLst/>
            <a:rect r="r" b="b" t="t" l="l"/>
            <a:pathLst>
              <a:path h="301355" w="4920086">
                <a:moveTo>
                  <a:pt x="0" y="0"/>
                </a:moveTo>
                <a:lnTo>
                  <a:pt x="4920086" y="0"/>
                </a:lnTo>
                <a:lnTo>
                  <a:pt x="4920086" y="301356"/>
                </a:lnTo>
                <a:lnTo>
                  <a:pt x="0" y="3013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952750" y="3503413"/>
            <a:ext cx="5876248" cy="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  <a:r>
              <a:rPr lang="en-US" b="true" sz="2235">
                <a:solidFill>
                  <a:srgbClr val="0F172A"/>
                </a:solidFill>
                <a:latin typeface="Telegraf Bold"/>
                <a:ea typeface="Telegraf Bold"/>
                <a:cs typeface="Telegraf Bold"/>
                <a:sym typeface="Telegraf Bold"/>
              </a:rPr>
              <a:t>(2021 - Present)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378009" y="3503413"/>
            <a:ext cx="5876248" cy="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  <a:r>
              <a:rPr lang="en-US" b="true" sz="2235">
                <a:solidFill>
                  <a:srgbClr val="0F172A"/>
                </a:solidFill>
                <a:latin typeface="Telegraf Bold"/>
                <a:ea typeface="Telegraf Bold"/>
                <a:cs typeface="Telegraf Bold"/>
                <a:sym typeface="Telegraf Bold"/>
              </a:rPr>
              <a:t>(2023 - 2024)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52750" y="5991528"/>
            <a:ext cx="5876248" cy="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  <a:r>
              <a:rPr lang="en-US" b="true" sz="2235">
                <a:solidFill>
                  <a:srgbClr val="0F172A"/>
                </a:solidFill>
                <a:latin typeface="Telegraf Bold"/>
                <a:ea typeface="Telegraf Bold"/>
                <a:cs typeface="Telegraf Bold"/>
                <a:sym typeface="Telegraf Bold"/>
              </a:rPr>
              <a:t>(2023 - 2024)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378009" y="5991528"/>
            <a:ext cx="5876248" cy="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  <a:r>
              <a:rPr lang="en-US" b="true" sz="2235">
                <a:solidFill>
                  <a:srgbClr val="0F172A"/>
                </a:solidFill>
                <a:latin typeface="Telegraf Bold"/>
                <a:ea typeface="Telegraf Bold"/>
                <a:cs typeface="Telegraf Bold"/>
                <a:sym typeface="Telegraf Bold"/>
              </a:rPr>
              <a:t>(2024 - 2025)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52750" y="4118727"/>
            <a:ext cx="5876248" cy="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  <a:r>
              <a:rPr lang="en-US" b="true" sz="223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Ahram Canadian University (ACU)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78009" y="4118727"/>
            <a:ext cx="5876248" cy="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  <a:r>
              <a:rPr lang="en-US" b="true" sz="223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ALX Professional Foundations &amp; Back-End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52750" y="6606842"/>
            <a:ext cx="5876248" cy="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  <a:r>
              <a:rPr lang="en-US" b="true" sz="223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Sprints.AI Training Programs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378009" y="6606842"/>
            <a:ext cx="5876248" cy="40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9"/>
              </a:lnSpc>
              <a:spcBef>
                <a:spcPct val="0"/>
              </a:spcBef>
            </a:pPr>
            <a:r>
              <a:rPr lang="en-US" b="true" sz="223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Black Horse Backend Development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52750" y="4695942"/>
            <a:ext cx="6000750" cy="1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 spc="26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Faculty of Computer Science &amp; AI — Software Engineering. Core focus on OOP, Data Structures, Algorithms, Database Design, and Software Engineering principles.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378009" y="4695942"/>
            <a:ext cx="6000750" cy="1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 spc="26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ALX Professional Foundations: problem-solving, professional skills &amp; teamwork. ALX Back-End Web Development: server-side programming, APIs, and real-world backend projects.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952750" y="7184057"/>
            <a:ext cx="6000750" cy="1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 spc="26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Intensive Python training covering scripting, logic, and real-world challenges. Web Development training with hands-on practice in HTML, CSS, JavaScript, and PHP.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378009" y="7184057"/>
            <a:ext cx="6000750" cy="125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9"/>
              </a:lnSpc>
              <a:spcBef>
                <a:spcPct val="0"/>
              </a:spcBef>
            </a:pPr>
            <a:r>
              <a:rPr lang="en-US" sz="1799" spc="26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In-depth backend development course covering database design, application architecture, server-side logic, and building scalable, maintainable web systems.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232692" y="1202129"/>
            <a:ext cx="7821309" cy="108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Education &amp; Training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500135" y="761379"/>
            <a:ext cx="5287731" cy="1347529"/>
            <a:chOff x="0" y="0"/>
            <a:chExt cx="1392653" cy="3549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2653" cy="354905"/>
            </a:xfrm>
            <a:custGeom>
              <a:avLst/>
              <a:gdLst/>
              <a:ahLst/>
              <a:cxnLst/>
              <a:rect r="r" b="b" t="t" l="l"/>
              <a:pathLst>
                <a:path h="354905" w="1392653">
                  <a:moveTo>
                    <a:pt x="0" y="0"/>
                  </a:moveTo>
                  <a:lnTo>
                    <a:pt x="1392653" y="0"/>
                  </a:lnTo>
                  <a:lnTo>
                    <a:pt x="139265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265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32796" y="1965369"/>
            <a:ext cx="191828" cy="191828"/>
            <a:chOff x="0" y="0"/>
            <a:chExt cx="423559" cy="4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63376" y="2012994"/>
            <a:ext cx="191828" cy="191828"/>
            <a:chOff x="0" y="0"/>
            <a:chExt cx="423559" cy="423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32796" y="665465"/>
            <a:ext cx="191828" cy="191828"/>
            <a:chOff x="0" y="0"/>
            <a:chExt cx="423559" cy="423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63376" y="665465"/>
            <a:ext cx="191828" cy="191828"/>
            <a:chOff x="0" y="0"/>
            <a:chExt cx="423559" cy="4235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70851" y="3454094"/>
            <a:ext cx="5953125" cy="968504"/>
            <a:chOff x="0" y="0"/>
            <a:chExt cx="1405345" cy="2286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5345" cy="228633"/>
            </a:xfrm>
            <a:custGeom>
              <a:avLst/>
              <a:gdLst/>
              <a:ahLst/>
              <a:cxnLst/>
              <a:rect r="r" b="b" t="t" l="l"/>
              <a:pathLst>
                <a:path h="228633" w="1405345">
                  <a:moveTo>
                    <a:pt x="24384" y="0"/>
                  </a:moveTo>
                  <a:lnTo>
                    <a:pt x="1380961" y="0"/>
                  </a:lnTo>
                  <a:cubicBezTo>
                    <a:pt x="1394428" y="0"/>
                    <a:pt x="1405345" y="10917"/>
                    <a:pt x="1405345" y="24384"/>
                  </a:cubicBezTo>
                  <a:lnTo>
                    <a:pt x="1405345" y="204249"/>
                  </a:lnTo>
                  <a:cubicBezTo>
                    <a:pt x="1405345" y="217716"/>
                    <a:pt x="1394428" y="228633"/>
                    <a:pt x="1380961" y="228633"/>
                  </a:cubicBezTo>
                  <a:lnTo>
                    <a:pt x="24384" y="228633"/>
                  </a:lnTo>
                  <a:cubicBezTo>
                    <a:pt x="17917" y="228633"/>
                    <a:pt x="11715" y="226064"/>
                    <a:pt x="7142" y="221491"/>
                  </a:cubicBezTo>
                  <a:cubicBezTo>
                    <a:pt x="2569" y="216919"/>
                    <a:pt x="0" y="210716"/>
                    <a:pt x="0" y="204249"/>
                  </a:cubicBezTo>
                  <a:lnTo>
                    <a:pt x="0" y="24384"/>
                  </a:lnTo>
                  <a:cubicBezTo>
                    <a:pt x="0" y="10917"/>
                    <a:pt x="10917" y="0"/>
                    <a:pt x="24384" y="0"/>
                  </a:cubicBezTo>
                  <a:close/>
                </a:path>
              </a:pathLst>
            </a:custGeom>
            <a:ln w="4762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405345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70851" y="4582084"/>
            <a:ext cx="5953125" cy="968504"/>
            <a:chOff x="0" y="0"/>
            <a:chExt cx="1405345" cy="2286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5345" cy="228633"/>
            </a:xfrm>
            <a:custGeom>
              <a:avLst/>
              <a:gdLst/>
              <a:ahLst/>
              <a:cxnLst/>
              <a:rect r="r" b="b" t="t" l="l"/>
              <a:pathLst>
                <a:path h="228633" w="1405345">
                  <a:moveTo>
                    <a:pt x="25400" y="0"/>
                  </a:moveTo>
                  <a:lnTo>
                    <a:pt x="1379945" y="0"/>
                  </a:lnTo>
                  <a:cubicBezTo>
                    <a:pt x="1393973" y="0"/>
                    <a:pt x="1405345" y="11372"/>
                    <a:pt x="1405345" y="25400"/>
                  </a:cubicBezTo>
                  <a:lnTo>
                    <a:pt x="1405345" y="203233"/>
                  </a:lnTo>
                  <a:cubicBezTo>
                    <a:pt x="1405345" y="217261"/>
                    <a:pt x="1393973" y="228633"/>
                    <a:pt x="1379945" y="228633"/>
                  </a:cubicBezTo>
                  <a:lnTo>
                    <a:pt x="25400" y="228633"/>
                  </a:lnTo>
                  <a:cubicBezTo>
                    <a:pt x="18664" y="228633"/>
                    <a:pt x="12203" y="225957"/>
                    <a:pt x="7439" y="221194"/>
                  </a:cubicBezTo>
                  <a:cubicBezTo>
                    <a:pt x="2676" y="216430"/>
                    <a:pt x="0" y="209970"/>
                    <a:pt x="0" y="203233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ln w="4762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405345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70851" y="5710075"/>
            <a:ext cx="5953125" cy="968504"/>
            <a:chOff x="0" y="0"/>
            <a:chExt cx="1405345" cy="2286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05345" cy="228633"/>
            </a:xfrm>
            <a:custGeom>
              <a:avLst/>
              <a:gdLst/>
              <a:ahLst/>
              <a:cxnLst/>
              <a:rect r="r" b="b" t="t" l="l"/>
              <a:pathLst>
                <a:path h="228633" w="1405345">
                  <a:moveTo>
                    <a:pt x="25400" y="0"/>
                  </a:moveTo>
                  <a:lnTo>
                    <a:pt x="1379945" y="0"/>
                  </a:lnTo>
                  <a:cubicBezTo>
                    <a:pt x="1393973" y="0"/>
                    <a:pt x="1405345" y="11372"/>
                    <a:pt x="1405345" y="25400"/>
                  </a:cubicBezTo>
                  <a:lnTo>
                    <a:pt x="1405345" y="203233"/>
                  </a:lnTo>
                  <a:cubicBezTo>
                    <a:pt x="1405345" y="217261"/>
                    <a:pt x="1393973" y="228633"/>
                    <a:pt x="1379945" y="228633"/>
                  </a:cubicBezTo>
                  <a:lnTo>
                    <a:pt x="25400" y="228633"/>
                  </a:lnTo>
                  <a:cubicBezTo>
                    <a:pt x="18664" y="228633"/>
                    <a:pt x="12203" y="225957"/>
                    <a:pt x="7439" y="221194"/>
                  </a:cubicBezTo>
                  <a:cubicBezTo>
                    <a:pt x="2676" y="216430"/>
                    <a:pt x="0" y="209970"/>
                    <a:pt x="0" y="203233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ln w="4762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405345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70851" y="6838066"/>
            <a:ext cx="5953125" cy="968504"/>
            <a:chOff x="0" y="0"/>
            <a:chExt cx="1405345" cy="2286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05345" cy="228633"/>
            </a:xfrm>
            <a:custGeom>
              <a:avLst/>
              <a:gdLst/>
              <a:ahLst/>
              <a:cxnLst/>
              <a:rect r="r" b="b" t="t" l="l"/>
              <a:pathLst>
                <a:path h="228633" w="1405345">
                  <a:moveTo>
                    <a:pt x="25400" y="0"/>
                  </a:moveTo>
                  <a:lnTo>
                    <a:pt x="1379945" y="0"/>
                  </a:lnTo>
                  <a:cubicBezTo>
                    <a:pt x="1393973" y="0"/>
                    <a:pt x="1405345" y="11372"/>
                    <a:pt x="1405345" y="25400"/>
                  </a:cubicBezTo>
                  <a:lnTo>
                    <a:pt x="1405345" y="203233"/>
                  </a:lnTo>
                  <a:cubicBezTo>
                    <a:pt x="1405345" y="217261"/>
                    <a:pt x="1393973" y="228633"/>
                    <a:pt x="1379945" y="228633"/>
                  </a:cubicBezTo>
                  <a:lnTo>
                    <a:pt x="25400" y="228633"/>
                  </a:lnTo>
                  <a:cubicBezTo>
                    <a:pt x="18664" y="228633"/>
                    <a:pt x="12203" y="225957"/>
                    <a:pt x="7439" y="221194"/>
                  </a:cubicBezTo>
                  <a:cubicBezTo>
                    <a:pt x="2676" y="216430"/>
                    <a:pt x="0" y="209970"/>
                    <a:pt x="0" y="203233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ln w="4762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405345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70851" y="6840504"/>
            <a:ext cx="1247783" cy="968504"/>
            <a:chOff x="0" y="0"/>
            <a:chExt cx="294562" cy="2286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4562" cy="228633"/>
            </a:xfrm>
            <a:custGeom>
              <a:avLst/>
              <a:gdLst/>
              <a:ahLst/>
              <a:cxnLst/>
              <a:rect r="r" b="b" t="t" l="l"/>
              <a:pathLst>
                <a:path h="228633" w="294562">
                  <a:moveTo>
                    <a:pt x="114317" y="0"/>
                  </a:moveTo>
                  <a:lnTo>
                    <a:pt x="180246" y="0"/>
                  </a:lnTo>
                  <a:cubicBezTo>
                    <a:pt x="243381" y="0"/>
                    <a:pt x="294562" y="51181"/>
                    <a:pt x="294562" y="114317"/>
                  </a:cubicBezTo>
                  <a:lnTo>
                    <a:pt x="294562" y="114317"/>
                  </a:lnTo>
                  <a:cubicBezTo>
                    <a:pt x="294562" y="144635"/>
                    <a:pt x="282518" y="173712"/>
                    <a:pt x="261080" y="195151"/>
                  </a:cubicBezTo>
                  <a:cubicBezTo>
                    <a:pt x="239641" y="216589"/>
                    <a:pt x="210564" y="228633"/>
                    <a:pt x="180246" y="228633"/>
                  </a:cubicBezTo>
                  <a:lnTo>
                    <a:pt x="114317" y="228633"/>
                  </a:lnTo>
                  <a:cubicBezTo>
                    <a:pt x="83998" y="228633"/>
                    <a:pt x="54921" y="216589"/>
                    <a:pt x="33483" y="195151"/>
                  </a:cubicBezTo>
                  <a:cubicBezTo>
                    <a:pt x="12044" y="173712"/>
                    <a:pt x="0" y="144635"/>
                    <a:pt x="0" y="114317"/>
                  </a:cubicBezTo>
                  <a:lnTo>
                    <a:pt x="0" y="114317"/>
                  </a:lnTo>
                  <a:cubicBezTo>
                    <a:pt x="0" y="83998"/>
                    <a:pt x="12044" y="54921"/>
                    <a:pt x="33483" y="33483"/>
                  </a:cubicBezTo>
                  <a:cubicBezTo>
                    <a:pt x="54921" y="12044"/>
                    <a:pt x="83998" y="0"/>
                    <a:pt x="114317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294562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70851" y="5712514"/>
            <a:ext cx="1247783" cy="968504"/>
            <a:chOff x="0" y="0"/>
            <a:chExt cx="294562" cy="22863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4562" cy="228633"/>
            </a:xfrm>
            <a:custGeom>
              <a:avLst/>
              <a:gdLst/>
              <a:ahLst/>
              <a:cxnLst/>
              <a:rect r="r" b="b" t="t" l="l"/>
              <a:pathLst>
                <a:path h="228633" w="294562">
                  <a:moveTo>
                    <a:pt x="114317" y="0"/>
                  </a:moveTo>
                  <a:lnTo>
                    <a:pt x="180246" y="0"/>
                  </a:lnTo>
                  <a:cubicBezTo>
                    <a:pt x="243381" y="0"/>
                    <a:pt x="294562" y="51181"/>
                    <a:pt x="294562" y="114317"/>
                  </a:cubicBezTo>
                  <a:lnTo>
                    <a:pt x="294562" y="114317"/>
                  </a:lnTo>
                  <a:cubicBezTo>
                    <a:pt x="294562" y="144635"/>
                    <a:pt x="282518" y="173712"/>
                    <a:pt x="261080" y="195151"/>
                  </a:cubicBezTo>
                  <a:cubicBezTo>
                    <a:pt x="239641" y="216589"/>
                    <a:pt x="210564" y="228633"/>
                    <a:pt x="180246" y="228633"/>
                  </a:cubicBezTo>
                  <a:lnTo>
                    <a:pt x="114317" y="228633"/>
                  </a:lnTo>
                  <a:cubicBezTo>
                    <a:pt x="83998" y="228633"/>
                    <a:pt x="54921" y="216589"/>
                    <a:pt x="33483" y="195151"/>
                  </a:cubicBezTo>
                  <a:cubicBezTo>
                    <a:pt x="12044" y="173712"/>
                    <a:pt x="0" y="144635"/>
                    <a:pt x="0" y="114317"/>
                  </a:cubicBezTo>
                  <a:lnTo>
                    <a:pt x="0" y="114317"/>
                  </a:lnTo>
                  <a:cubicBezTo>
                    <a:pt x="0" y="83998"/>
                    <a:pt x="12044" y="54921"/>
                    <a:pt x="33483" y="33483"/>
                  </a:cubicBezTo>
                  <a:cubicBezTo>
                    <a:pt x="54921" y="12044"/>
                    <a:pt x="83998" y="0"/>
                    <a:pt x="114317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294562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70851" y="4584523"/>
            <a:ext cx="1240575" cy="962910"/>
            <a:chOff x="0" y="0"/>
            <a:chExt cx="294562" cy="22863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4562" cy="228633"/>
            </a:xfrm>
            <a:custGeom>
              <a:avLst/>
              <a:gdLst/>
              <a:ahLst/>
              <a:cxnLst/>
              <a:rect r="r" b="b" t="t" l="l"/>
              <a:pathLst>
                <a:path h="228633" w="294562">
                  <a:moveTo>
                    <a:pt x="114317" y="0"/>
                  </a:moveTo>
                  <a:lnTo>
                    <a:pt x="180246" y="0"/>
                  </a:lnTo>
                  <a:cubicBezTo>
                    <a:pt x="243381" y="0"/>
                    <a:pt x="294562" y="51181"/>
                    <a:pt x="294562" y="114317"/>
                  </a:cubicBezTo>
                  <a:lnTo>
                    <a:pt x="294562" y="114317"/>
                  </a:lnTo>
                  <a:cubicBezTo>
                    <a:pt x="294562" y="144635"/>
                    <a:pt x="282518" y="173712"/>
                    <a:pt x="261080" y="195151"/>
                  </a:cubicBezTo>
                  <a:cubicBezTo>
                    <a:pt x="239641" y="216589"/>
                    <a:pt x="210564" y="228633"/>
                    <a:pt x="180246" y="228633"/>
                  </a:cubicBezTo>
                  <a:lnTo>
                    <a:pt x="114317" y="228633"/>
                  </a:lnTo>
                  <a:cubicBezTo>
                    <a:pt x="83998" y="228633"/>
                    <a:pt x="54921" y="216589"/>
                    <a:pt x="33483" y="195151"/>
                  </a:cubicBezTo>
                  <a:cubicBezTo>
                    <a:pt x="12044" y="173712"/>
                    <a:pt x="0" y="144635"/>
                    <a:pt x="0" y="114317"/>
                  </a:cubicBezTo>
                  <a:lnTo>
                    <a:pt x="0" y="114317"/>
                  </a:lnTo>
                  <a:cubicBezTo>
                    <a:pt x="0" y="83998"/>
                    <a:pt x="12044" y="54921"/>
                    <a:pt x="33483" y="33483"/>
                  </a:cubicBezTo>
                  <a:cubicBezTo>
                    <a:pt x="54921" y="12044"/>
                    <a:pt x="83998" y="0"/>
                    <a:pt x="114317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294562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70851" y="3454094"/>
            <a:ext cx="1240575" cy="962910"/>
            <a:chOff x="0" y="0"/>
            <a:chExt cx="294562" cy="2286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4562" cy="228633"/>
            </a:xfrm>
            <a:custGeom>
              <a:avLst/>
              <a:gdLst/>
              <a:ahLst/>
              <a:cxnLst/>
              <a:rect r="r" b="b" t="t" l="l"/>
              <a:pathLst>
                <a:path h="228633" w="294562">
                  <a:moveTo>
                    <a:pt x="114317" y="0"/>
                  </a:moveTo>
                  <a:lnTo>
                    <a:pt x="180246" y="0"/>
                  </a:lnTo>
                  <a:cubicBezTo>
                    <a:pt x="243381" y="0"/>
                    <a:pt x="294562" y="51181"/>
                    <a:pt x="294562" y="114317"/>
                  </a:cubicBezTo>
                  <a:lnTo>
                    <a:pt x="294562" y="114317"/>
                  </a:lnTo>
                  <a:cubicBezTo>
                    <a:pt x="294562" y="144635"/>
                    <a:pt x="282518" y="173712"/>
                    <a:pt x="261080" y="195151"/>
                  </a:cubicBezTo>
                  <a:cubicBezTo>
                    <a:pt x="239641" y="216589"/>
                    <a:pt x="210564" y="228633"/>
                    <a:pt x="180246" y="228633"/>
                  </a:cubicBezTo>
                  <a:lnTo>
                    <a:pt x="114317" y="228633"/>
                  </a:lnTo>
                  <a:cubicBezTo>
                    <a:pt x="83998" y="228633"/>
                    <a:pt x="54921" y="216589"/>
                    <a:pt x="33483" y="195151"/>
                  </a:cubicBezTo>
                  <a:cubicBezTo>
                    <a:pt x="12044" y="173712"/>
                    <a:pt x="0" y="144635"/>
                    <a:pt x="0" y="114317"/>
                  </a:cubicBezTo>
                  <a:lnTo>
                    <a:pt x="0" y="114317"/>
                  </a:lnTo>
                  <a:cubicBezTo>
                    <a:pt x="0" y="83998"/>
                    <a:pt x="12044" y="54921"/>
                    <a:pt x="33483" y="33483"/>
                  </a:cubicBezTo>
                  <a:cubicBezTo>
                    <a:pt x="54921" y="12044"/>
                    <a:pt x="83998" y="0"/>
                    <a:pt x="114317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294562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2064024" y="2779787"/>
            <a:ext cx="867135" cy="4990703"/>
          </a:xfrm>
          <a:custGeom>
            <a:avLst/>
            <a:gdLst/>
            <a:ahLst/>
            <a:cxnLst/>
            <a:rect r="r" b="b" t="t" l="l"/>
            <a:pathLst>
              <a:path h="4990703" w="867135">
                <a:moveTo>
                  <a:pt x="0" y="0"/>
                </a:moveTo>
                <a:lnTo>
                  <a:pt x="867135" y="0"/>
                </a:lnTo>
                <a:lnTo>
                  <a:pt x="867135" y="4990703"/>
                </a:lnTo>
                <a:lnTo>
                  <a:pt x="0" y="4990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111672" y="2779787"/>
            <a:ext cx="867135" cy="4990703"/>
          </a:xfrm>
          <a:custGeom>
            <a:avLst/>
            <a:gdLst/>
            <a:ahLst/>
            <a:cxnLst/>
            <a:rect r="r" b="b" t="t" l="l"/>
            <a:pathLst>
              <a:path h="4990703" w="867135">
                <a:moveTo>
                  <a:pt x="0" y="0"/>
                </a:moveTo>
                <a:lnTo>
                  <a:pt x="867135" y="0"/>
                </a:lnTo>
                <a:lnTo>
                  <a:pt x="867135" y="4990703"/>
                </a:lnTo>
                <a:lnTo>
                  <a:pt x="0" y="4990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988532" y="650602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0" y="0"/>
                </a:moveTo>
                <a:lnTo>
                  <a:pt x="973165" y="0"/>
                </a:lnTo>
                <a:lnTo>
                  <a:pt x="973165" y="1652935"/>
                </a:lnTo>
                <a:lnTo>
                  <a:pt x="0" y="16529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true" flipV="false" rot="0">
            <a:off x="12398129" y="650602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973166" y="0"/>
                </a:moveTo>
                <a:lnTo>
                  <a:pt x="0" y="0"/>
                </a:lnTo>
                <a:lnTo>
                  <a:pt x="0" y="1652935"/>
                </a:lnTo>
                <a:lnTo>
                  <a:pt x="973166" y="1652935"/>
                </a:lnTo>
                <a:lnTo>
                  <a:pt x="9731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064024" y="7809009"/>
            <a:ext cx="14159951" cy="2477991"/>
          </a:xfrm>
          <a:custGeom>
            <a:avLst/>
            <a:gdLst/>
            <a:ahLst/>
            <a:cxnLst/>
            <a:rect r="r" b="b" t="t" l="l"/>
            <a:pathLst>
              <a:path h="2477991" w="14159951">
                <a:moveTo>
                  <a:pt x="0" y="0"/>
                </a:moveTo>
                <a:lnTo>
                  <a:pt x="14159952" y="0"/>
                </a:lnTo>
                <a:lnTo>
                  <a:pt x="14159952" y="2477991"/>
                </a:lnTo>
                <a:lnTo>
                  <a:pt x="0" y="24779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-1895808" y="620755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8"/>
                </a:lnTo>
                <a:lnTo>
                  <a:pt x="0" y="17126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6223976" y="620755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8"/>
                </a:lnTo>
                <a:lnTo>
                  <a:pt x="0" y="17126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3256570" y="2731189"/>
            <a:ext cx="4437089" cy="52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1"/>
              </a:lnSpc>
              <a:spcBef>
                <a:spcPct val="0"/>
              </a:spcBef>
            </a:pPr>
            <a:r>
              <a:rPr lang="en-US" b="true" sz="3008">
                <a:solidFill>
                  <a:srgbClr val="00E5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Programming Languages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31159" y="4055091"/>
            <a:ext cx="4762500" cy="48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8"/>
              </a:lnSpc>
            </a:pPr>
            <a:r>
              <a:rPr lang="en-US" sz="283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C#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1159" y="3407655"/>
            <a:ext cx="4762500" cy="48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8"/>
              </a:lnSpc>
            </a:pPr>
            <a:r>
              <a:rPr lang="en-US" sz="283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C++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31159" y="4703854"/>
            <a:ext cx="4762500" cy="48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8"/>
              </a:lnSpc>
            </a:pPr>
            <a:r>
              <a:rPr lang="en-US" sz="283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Python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1159" y="5352616"/>
            <a:ext cx="4762500" cy="48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8"/>
              </a:lnSpc>
            </a:pPr>
            <a:r>
              <a:rPr lang="en-US" sz="283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PHP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931159" y="6000052"/>
            <a:ext cx="4762500" cy="48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8"/>
              </a:lnSpc>
            </a:pPr>
            <a:r>
              <a:rPr lang="en-US" sz="283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JavaScript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31159" y="6647487"/>
            <a:ext cx="4762500" cy="48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8"/>
              </a:lnSpc>
            </a:pPr>
            <a:r>
              <a:rPr lang="en-US" sz="283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Versatile multi-language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931159" y="7294923"/>
            <a:ext cx="4762500" cy="480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8"/>
              </a:lnSpc>
            </a:pPr>
            <a:r>
              <a:rPr lang="en-US" sz="283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software development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500135" y="838894"/>
            <a:ext cx="5287731" cy="108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My Skills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70851" y="2731189"/>
            <a:ext cx="4762500" cy="52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11"/>
              </a:lnSpc>
              <a:spcBef>
                <a:spcPct val="0"/>
              </a:spcBef>
            </a:pPr>
            <a:r>
              <a:rPr lang="en-US" b="true" sz="3008">
                <a:solidFill>
                  <a:srgbClr val="00E5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Web Development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691411" y="3659713"/>
            <a:ext cx="4532565" cy="49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1"/>
              </a:lnSpc>
              <a:spcBef>
                <a:spcPct val="0"/>
              </a:spcBef>
            </a:pPr>
            <a:r>
              <a:rPr lang="en-US" b="true" sz="280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HTML &amp; CSS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691411" y="4784548"/>
            <a:ext cx="4532565" cy="49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1"/>
              </a:lnSpc>
              <a:spcBef>
                <a:spcPct val="0"/>
              </a:spcBef>
            </a:pPr>
            <a:r>
              <a:rPr lang="en-US" b="true" sz="280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JavaScript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691411" y="5915694"/>
            <a:ext cx="4532565" cy="49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1"/>
              </a:lnSpc>
              <a:spcBef>
                <a:spcPct val="0"/>
              </a:spcBef>
            </a:pPr>
            <a:r>
              <a:rPr lang="en-US" b="true" sz="280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PHP &amp; Laravel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691411" y="7040529"/>
            <a:ext cx="4532565" cy="490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31"/>
              </a:lnSpc>
              <a:spcBef>
                <a:spcPct val="0"/>
              </a:spcBef>
            </a:pPr>
            <a:r>
              <a:rPr lang="en-US" b="true" sz="280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MySQL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49619" y="6983576"/>
            <a:ext cx="1090247" cy="60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1"/>
              </a:lnSpc>
              <a:spcBef>
                <a:spcPct val="0"/>
              </a:spcBef>
            </a:pPr>
            <a:r>
              <a:rPr lang="en-US" b="true" sz="3507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75%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349619" y="5855585"/>
            <a:ext cx="1090247" cy="60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1"/>
              </a:lnSpc>
              <a:spcBef>
                <a:spcPct val="0"/>
              </a:spcBef>
            </a:pPr>
            <a:r>
              <a:rPr lang="en-US" b="true" sz="3507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80%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49619" y="4722000"/>
            <a:ext cx="1090247" cy="60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1"/>
              </a:lnSpc>
              <a:spcBef>
                <a:spcPct val="0"/>
              </a:spcBef>
            </a:pPr>
            <a:r>
              <a:rPr lang="en-US" b="true" sz="3507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85%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349619" y="3561767"/>
            <a:ext cx="1090247" cy="606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11"/>
              </a:lnSpc>
              <a:spcBef>
                <a:spcPct val="0"/>
              </a:spcBef>
            </a:pPr>
            <a:r>
              <a:rPr lang="en-US" b="true" sz="3507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95%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0" y="8745322"/>
            <a:ext cx="2480741" cy="1025957"/>
          </a:xfrm>
          <a:custGeom>
            <a:avLst/>
            <a:gdLst/>
            <a:ahLst/>
            <a:cxnLst/>
            <a:rect r="r" b="b" t="t" l="l"/>
            <a:pathLst>
              <a:path h="1025957" w="2480741">
                <a:moveTo>
                  <a:pt x="0" y="0"/>
                </a:moveTo>
                <a:lnTo>
                  <a:pt x="2480741" y="0"/>
                </a:lnTo>
                <a:lnTo>
                  <a:pt x="2480741" y="1025956"/>
                </a:lnTo>
                <a:lnTo>
                  <a:pt x="0" y="1025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true" flipV="false" rot="0">
            <a:off x="15807259" y="8745322"/>
            <a:ext cx="2480741" cy="1025957"/>
          </a:xfrm>
          <a:custGeom>
            <a:avLst/>
            <a:gdLst/>
            <a:ahLst/>
            <a:cxnLst/>
            <a:rect r="r" b="b" t="t" l="l"/>
            <a:pathLst>
              <a:path h="1025957" w="2480741">
                <a:moveTo>
                  <a:pt x="2480741" y="0"/>
                </a:moveTo>
                <a:lnTo>
                  <a:pt x="0" y="0"/>
                </a:lnTo>
                <a:lnTo>
                  <a:pt x="0" y="1025956"/>
                </a:lnTo>
                <a:lnTo>
                  <a:pt x="2480741" y="1025956"/>
                </a:lnTo>
                <a:lnTo>
                  <a:pt x="248074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500135" y="761379"/>
            <a:ext cx="5287731" cy="1347529"/>
            <a:chOff x="0" y="0"/>
            <a:chExt cx="1392653" cy="3549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92653" cy="354905"/>
            </a:xfrm>
            <a:custGeom>
              <a:avLst/>
              <a:gdLst/>
              <a:ahLst/>
              <a:cxnLst/>
              <a:rect r="r" b="b" t="t" l="l"/>
              <a:pathLst>
                <a:path h="354905" w="1392653">
                  <a:moveTo>
                    <a:pt x="0" y="0"/>
                  </a:moveTo>
                  <a:lnTo>
                    <a:pt x="1392653" y="0"/>
                  </a:lnTo>
                  <a:lnTo>
                    <a:pt x="139265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9265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32796" y="1965369"/>
            <a:ext cx="191828" cy="191828"/>
            <a:chOff x="0" y="0"/>
            <a:chExt cx="423559" cy="4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663376" y="2012994"/>
            <a:ext cx="191828" cy="191828"/>
            <a:chOff x="0" y="0"/>
            <a:chExt cx="423559" cy="423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32796" y="665465"/>
            <a:ext cx="191828" cy="191828"/>
            <a:chOff x="0" y="0"/>
            <a:chExt cx="423559" cy="423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663376" y="665465"/>
            <a:ext cx="191828" cy="191828"/>
            <a:chOff x="0" y="0"/>
            <a:chExt cx="423559" cy="4235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70851" y="3454094"/>
            <a:ext cx="5953125" cy="968504"/>
            <a:chOff x="0" y="0"/>
            <a:chExt cx="1405345" cy="2286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05345" cy="228633"/>
            </a:xfrm>
            <a:custGeom>
              <a:avLst/>
              <a:gdLst/>
              <a:ahLst/>
              <a:cxnLst/>
              <a:rect r="r" b="b" t="t" l="l"/>
              <a:pathLst>
                <a:path h="228633" w="1405345">
                  <a:moveTo>
                    <a:pt x="24384" y="0"/>
                  </a:moveTo>
                  <a:lnTo>
                    <a:pt x="1380961" y="0"/>
                  </a:lnTo>
                  <a:cubicBezTo>
                    <a:pt x="1394428" y="0"/>
                    <a:pt x="1405345" y="10917"/>
                    <a:pt x="1405345" y="24384"/>
                  </a:cubicBezTo>
                  <a:lnTo>
                    <a:pt x="1405345" y="204249"/>
                  </a:lnTo>
                  <a:cubicBezTo>
                    <a:pt x="1405345" y="217716"/>
                    <a:pt x="1394428" y="228633"/>
                    <a:pt x="1380961" y="228633"/>
                  </a:cubicBezTo>
                  <a:lnTo>
                    <a:pt x="24384" y="228633"/>
                  </a:lnTo>
                  <a:cubicBezTo>
                    <a:pt x="17917" y="228633"/>
                    <a:pt x="11715" y="226064"/>
                    <a:pt x="7142" y="221491"/>
                  </a:cubicBezTo>
                  <a:cubicBezTo>
                    <a:pt x="2569" y="216919"/>
                    <a:pt x="0" y="210716"/>
                    <a:pt x="0" y="204249"/>
                  </a:cubicBezTo>
                  <a:lnTo>
                    <a:pt x="0" y="24384"/>
                  </a:lnTo>
                  <a:cubicBezTo>
                    <a:pt x="0" y="10917"/>
                    <a:pt x="10917" y="0"/>
                    <a:pt x="24384" y="0"/>
                  </a:cubicBezTo>
                  <a:close/>
                </a:path>
              </a:pathLst>
            </a:custGeom>
            <a:ln w="4762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405345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70851" y="4582084"/>
            <a:ext cx="5953125" cy="968504"/>
            <a:chOff x="0" y="0"/>
            <a:chExt cx="1405345" cy="2286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5345" cy="228633"/>
            </a:xfrm>
            <a:custGeom>
              <a:avLst/>
              <a:gdLst/>
              <a:ahLst/>
              <a:cxnLst/>
              <a:rect r="r" b="b" t="t" l="l"/>
              <a:pathLst>
                <a:path h="228633" w="1405345">
                  <a:moveTo>
                    <a:pt x="25400" y="0"/>
                  </a:moveTo>
                  <a:lnTo>
                    <a:pt x="1379945" y="0"/>
                  </a:lnTo>
                  <a:cubicBezTo>
                    <a:pt x="1393973" y="0"/>
                    <a:pt x="1405345" y="11372"/>
                    <a:pt x="1405345" y="25400"/>
                  </a:cubicBezTo>
                  <a:lnTo>
                    <a:pt x="1405345" y="203233"/>
                  </a:lnTo>
                  <a:cubicBezTo>
                    <a:pt x="1405345" y="217261"/>
                    <a:pt x="1393973" y="228633"/>
                    <a:pt x="1379945" y="228633"/>
                  </a:cubicBezTo>
                  <a:lnTo>
                    <a:pt x="25400" y="228633"/>
                  </a:lnTo>
                  <a:cubicBezTo>
                    <a:pt x="18664" y="228633"/>
                    <a:pt x="12203" y="225957"/>
                    <a:pt x="7439" y="221194"/>
                  </a:cubicBezTo>
                  <a:cubicBezTo>
                    <a:pt x="2676" y="216430"/>
                    <a:pt x="0" y="209970"/>
                    <a:pt x="0" y="203233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ln w="4762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405345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70851" y="5710075"/>
            <a:ext cx="5953125" cy="968504"/>
            <a:chOff x="0" y="0"/>
            <a:chExt cx="1405345" cy="22863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05345" cy="228633"/>
            </a:xfrm>
            <a:custGeom>
              <a:avLst/>
              <a:gdLst/>
              <a:ahLst/>
              <a:cxnLst/>
              <a:rect r="r" b="b" t="t" l="l"/>
              <a:pathLst>
                <a:path h="228633" w="1405345">
                  <a:moveTo>
                    <a:pt x="25400" y="0"/>
                  </a:moveTo>
                  <a:lnTo>
                    <a:pt x="1379945" y="0"/>
                  </a:lnTo>
                  <a:cubicBezTo>
                    <a:pt x="1393973" y="0"/>
                    <a:pt x="1405345" y="11372"/>
                    <a:pt x="1405345" y="25400"/>
                  </a:cubicBezTo>
                  <a:lnTo>
                    <a:pt x="1405345" y="203233"/>
                  </a:lnTo>
                  <a:cubicBezTo>
                    <a:pt x="1405345" y="217261"/>
                    <a:pt x="1393973" y="228633"/>
                    <a:pt x="1379945" y="228633"/>
                  </a:cubicBezTo>
                  <a:lnTo>
                    <a:pt x="25400" y="228633"/>
                  </a:lnTo>
                  <a:cubicBezTo>
                    <a:pt x="18664" y="228633"/>
                    <a:pt x="12203" y="225957"/>
                    <a:pt x="7439" y="221194"/>
                  </a:cubicBezTo>
                  <a:cubicBezTo>
                    <a:pt x="2676" y="216430"/>
                    <a:pt x="0" y="209970"/>
                    <a:pt x="0" y="203233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ln w="4762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1405345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270851" y="6838066"/>
            <a:ext cx="5953125" cy="968504"/>
            <a:chOff x="0" y="0"/>
            <a:chExt cx="1405345" cy="2286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05345" cy="228633"/>
            </a:xfrm>
            <a:custGeom>
              <a:avLst/>
              <a:gdLst/>
              <a:ahLst/>
              <a:cxnLst/>
              <a:rect r="r" b="b" t="t" l="l"/>
              <a:pathLst>
                <a:path h="228633" w="1405345">
                  <a:moveTo>
                    <a:pt x="25400" y="0"/>
                  </a:moveTo>
                  <a:lnTo>
                    <a:pt x="1379945" y="0"/>
                  </a:lnTo>
                  <a:cubicBezTo>
                    <a:pt x="1393973" y="0"/>
                    <a:pt x="1405345" y="11372"/>
                    <a:pt x="1405345" y="25400"/>
                  </a:cubicBezTo>
                  <a:lnTo>
                    <a:pt x="1405345" y="203233"/>
                  </a:lnTo>
                  <a:cubicBezTo>
                    <a:pt x="1405345" y="217261"/>
                    <a:pt x="1393973" y="228633"/>
                    <a:pt x="1379945" y="228633"/>
                  </a:cubicBezTo>
                  <a:lnTo>
                    <a:pt x="25400" y="228633"/>
                  </a:lnTo>
                  <a:cubicBezTo>
                    <a:pt x="18664" y="228633"/>
                    <a:pt x="12203" y="225957"/>
                    <a:pt x="7439" y="221194"/>
                  </a:cubicBezTo>
                  <a:cubicBezTo>
                    <a:pt x="2676" y="216430"/>
                    <a:pt x="0" y="209970"/>
                    <a:pt x="0" y="203233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close/>
                </a:path>
              </a:pathLst>
            </a:custGeom>
            <a:ln w="4762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405345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70851" y="6840504"/>
            <a:ext cx="1247783" cy="968504"/>
            <a:chOff x="0" y="0"/>
            <a:chExt cx="294562" cy="2286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4562" cy="228633"/>
            </a:xfrm>
            <a:custGeom>
              <a:avLst/>
              <a:gdLst/>
              <a:ahLst/>
              <a:cxnLst/>
              <a:rect r="r" b="b" t="t" l="l"/>
              <a:pathLst>
                <a:path h="228633" w="294562">
                  <a:moveTo>
                    <a:pt x="114317" y="0"/>
                  </a:moveTo>
                  <a:lnTo>
                    <a:pt x="180246" y="0"/>
                  </a:lnTo>
                  <a:cubicBezTo>
                    <a:pt x="243381" y="0"/>
                    <a:pt x="294562" y="51181"/>
                    <a:pt x="294562" y="114317"/>
                  </a:cubicBezTo>
                  <a:lnTo>
                    <a:pt x="294562" y="114317"/>
                  </a:lnTo>
                  <a:cubicBezTo>
                    <a:pt x="294562" y="144635"/>
                    <a:pt x="282518" y="173712"/>
                    <a:pt x="261080" y="195151"/>
                  </a:cubicBezTo>
                  <a:cubicBezTo>
                    <a:pt x="239641" y="216589"/>
                    <a:pt x="210564" y="228633"/>
                    <a:pt x="180246" y="228633"/>
                  </a:cubicBezTo>
                  <a:lnTo>
                    <a:pt x="114317" y="228633"/>
                  </a:lnTo>
                  <a:cubicBezTo>
                    <a:pt x="83998" y="228633"/>
                    <a:pt x="54921" y="216589"/>
                    <a:pt x="33483" y="195151"/>
                  </a:cubicBezTo>
                  <a:cubicBezTo>
                    <a:pt x="12044" y="173712"/>
                    <a:pt x="0" y="144635"/>
                    <a:pt x="0" y="114317"/>
                  </a:cubicBezTo>
                  <a:lnTo>
                    <a:pt x="0" y="114317"/>
                  </a:lnTo>
                  <a:cubicBezTo>
                    <a:pt x="0" y="83998"/>
                    <a:pt x="12044" y="54921"/>
                    <a:pt x="33483" y="33483"/>
                  </a:cubicBezTo>
                  <a:cubicBezTo>
                    <a:pt x="54921" y="12044"/>
                    <a:pt x="83998" y="0"/>
                    <a:pt x="114317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294562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270851" y="5712514"/>
            <a:ext cx="1247783" cy="968504"/>
            <a:chOff x="0" y="0"/>
            <a:chExt cx="294562" cy="22863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4562" cy="228633"/>
            </a:xfrm>
            <a:custGeom>
              <a:avLst/>
              <a:gdLst/>
              <a:ahLst/>
              <a:cxnLst/>
              <a:rect r="r" b="b" t="t" l="l"/>
              <a:pathLst>
                <a:path h="228633" w="294562">
                  <a:moveTo>
                    <a:pt x="114317" y="0"/>
                  </a:moveTo>
                  <a:lnTo>
                    <a:pt x="180246" y="0"/>
                  </a:lnTo>
                  <a:cubicBezTo>
                    <a:pt x="243381" y="0"/>
                    <a:pt x="294562" y="51181"/>
                    <a:pt x="294562" y="114317"/>
                  </a:cubicBezTo>
                  <a:lnTo>
                    <a:pt x="294562" y="114317"/>
                  </a:lnTo>
                  <a:cubicBezTo>
                    <a:pt x="294562" y="144635"/>
                    <a:pt x="282518" y="173712"/>
                    <a:pt x="261080" y="195151"/>
                  </a:cubicBezTo>
                  <a:cubicBezTo>
                    <a:pt x="239641" y="216589"/>
                    <a:pt x="210564" y="228633"/>
                    <a:pt x="180246" y="228633"/>
                  </a:cubicBezTo>
                  <a:lnTo>
                    <a:pt x="114317" y="228633"/>
                  </a:lnTo>
                  <a:cubicBezTo>
                    <a:pt x="83998" y="228633"/>
                    <a:pt x="54921" y="216589"/>
                    <a:pt x="33483" y="195151"/>
                  </a:cubicBezTo>
                  <a:cubicBezTo>
                    <a:pt x="12044" y="173712"/>
                    <a:pt x="0" y="144635"/>
                    <a:pt x="0" y="114317"/>
                  </a:cubicBezTo>
                  <a:lnTo>
                    <a:pt x="0" y="114317"/>
                  </a:lnTo>
                  <a:cubicBezTo>
                    <a:pt x="0" y="83998"/>
                    <a:pt x="12044" y="54921"/>
                    <a:pt x="33483" y="33483"/>
                  </a:cubicBezTo>
                  <a:cubicBezTo>
                    <a:pt x="54921" y="12044"/>
                    <a:pt x="83998" y="0"/>
                    <a:pt x="114317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294562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270851" y="4584523"/>
            <a:ext cx="1240575" cy="962910"/>
            <a:chOff x="0" y="0"/>
            <a:chExt cx="294562" cy="22863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94562" cy="228633"/>
            </a:xfrm>
            <a:custGeom>
              <a:avLst/>
              <a:gdLst/>
              <a:ahLst/>
              <a:cxnLst/>
              <a:rect r="r" b="b" t="t" l="l"/>
              <a:pathLst>
                <a:path h="228633" w="294562">
                  <a:moveTo>
                    <a:pt x="114317" y="0"/>
                  </a:moveTo>
                  <a:lnTo>
                    <a:pt x="180246" y="0"/>
                  </a:lnTo>
                  <a:cubicBezTo>
                    <a:pt x="243381" y="0"/>
                    <a:pt x="294562" y="51181"/>
                    <a:pt x="294562" y="114317"/>
                  </a:cubicBezTo>
                  <a:lnTo>
                    <a:pt x="294562" y="114317"/>
                  </a:lnTo>
                  <a:cubicBezTo>
                    <a:pt x="294562" y="144635"/>
                    <a:pt x="282518" y="173712"/>
                    <a:pt x="261080" y="195151"/>
                  </a:cubicBezTo>
                  <a:cubicBezTo>
                    <a:pt x="239641" y="216589"/>
                    <a:pt x="210564" y="228633"/>
                    <a:pt x="180246" y="228633"/>
                  </a:cubicBezTo>
                  <a:lnTo>
                    <a:pt x="114317" y="228633"/>
                  </a:lnTo>
                  <a:cubicBezTo>
                    <a:pt x="83998" y="228633"/>
                    <a:pt x="54921" y="216589"/>
                    <a:pt x="33483" y="195151"/>
                  </a:cubicBezTo>
                  <a:cubicBezTo>
                    <a:pt x="12044" y="173712"/>
                    <a:pt x="0" y="144635"/>
                    <a:pt x="0" y="114317"/>
                  </a:cubicBezTo>
                  <a:lnTo>
                    <a:pt x="0" y="114317"/>
                  </a:lnTo>
                  <a:cubicBezTo>
                    <a:pt x="0" y="83998"/>
                    <a:pt x="12044" y="54921"/>
                    <a:pt x="33483" y="33483"/>
                  </a:cubicBezTo>
                  <a:cubicBezTo>
                    <a:pt x="54921" y="12044"/>
                    <a:pt x="83998" y="0"/>
                    <a:pt x="114317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294562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270851" y="3454094"/>
            <a:ext cx="1240575" cy="962910"/>
            <a:chOff x="0" y="0"/>
            <a:chExt cx="294562" cy="22863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94562" cy="228633"/>
            </a:xfrm>
            <a:custGeom>
              <a:avLst/>
              <a:gdLst/>
              <a:ahLst/>
              <a:cxnLst/>
              <a:rect r="r" b="b" t="t" l="l"/>
              <a:pathLst>
                <a:path h="228633" w="294562">
                  <a:moveTo>
                    <a:pt x="114317" y="0"/>
                  </a:moveTo>
                  <a:lnTo>
                    <a:pt x="180246" y="0"/>
                  </a:lnTo>
                  <a:cubicBezTo>
                    <a:pt x="243381" y="0"/>
                    <a:pt x="294562" y="51181"/>
                    <a:pt x="294562" y="114317"/>
                  </a:cubicBezTo>
                  <a:lnTo>
                    <a:pt x="294562" y="114317"/>
                  </a:lnTo>
                  <a:cubicBezTo>
                    <a:pt x="294562" y="144635"/>
                    <a:pt x="282518" y="173712"/>
                    <a:pt x="261080" y="195151"/>
                  </a:cubicBezTo>
                  <a:cubicBezTo>
                    <a:pt x="239641" y="216589"/>
                    <a:pt x="210564" y="228633"/>
                    <a:pt x="180246" y="228633"/>
                  </a:cubicBezTo>
                  <a:lnTo>
                    <a:pt x="114317" y="228633"/>
                  </a:lnTo>
                  <a:cubicBezTo>
                    <a:pt x="83998" y="228633"/>
                    <a:pt x="54921" y="216589"/>
                    <a:pt x="33483" y="195151"/>
                  </a:cubicBezTo>
                  <a:cubicBezTo>
                    <a:pt x="12044" y="173712"/>
                    <a:pt x="0" y="144635"/>
                    <a:pt x="0" y="114317"/>
                  </a:cubicBezTo>
                  <a:lnTo>
                    <a:pt x="0" y="114317"/>
                  </a:lnTo>
                  <a:cubicBezTo>
                    <a:pt x="0" y="83998"/>
                    <a:pt x="12044" y="54921"/>
                    <a:pt x="33483" y="33483"/>
                  </a:cubicBezTo>
                  <a:cubicBezTo>
                    <a:pt x="54921" y="12044"/>
                    <a:pt x="83998" y="0"/>
                    <a:pt x="114317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294562" cy="314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2064024" y="2779787"/>
            <a:ext cx="867135" cy="4990703"/>
          </a:xfrm>
          <a:custGeom>
            <a:avLst/>
            <a:gdLst/>
            <a:ahLst/>
            <a:cxnLst/>
            <a:rect r="r" b="b" t="t" l="l"/>
            <a:pathLst>
              <a:path h="4990703" w="867135">
                <a:moveTo>
                  <a:pt x="0" y="0"/>
                </a:moveTo>
                <a:lnTo>
                  <a:pt x="867135" y="0"/>
                </a:lnTo>
                <a:lnTo>
                  <a:pt x="867135" y="4990703"/>
                </a:lnTo>
                <a:lnTo>
                  <a:pt x="0" y="4990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111672" y="2779787"/>
            <a:ext cx="867135" cy="4990703"/>
          </a:xfrm>
          <a:custGeom>
            <a:avLst/>
            <a:gdLst/>
            <a:ahLst/>
            <a:cxnLst/>
            <a:rect r="r" b="b" t="t" l="l"/>
            <a:pathLst>
              <a:path h="4990703" w="867135">
                <a:moveTo>
                  <a:pt x="0" y="0"/>
                </a:moveTo>
                <a:lnTo>
                  <a:pt x="867135" y="0"/>
                </a:lnTo>
                <a:lnTo>
                  <a:pt x="867135" y="4990703"/>
                </a:lnTo>
                <a:lnTo>
                  <a:pt x="0" y="4990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988532" y="650602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0" y="0"/>
                </a:moveTo>
                <a:lnTo>
                  <a:pt x="973165" y="0"/>
                </a:lnTo>
                <a:lnTo>
                  <a:pt x="973165" y="1652935"/>
                </a:lnTo>
                <a:lnTo>
                  <a:pt x="0" y="16529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true" flipV="false" rot="0">
            <a:off x="12398129" y="650602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973166" y="0"/>
                </a:moveTo>
                <a:lnTo>
                  <a:pt x="0" y="0"/>
                </a:lnTo>
                <a:lnTo>
                  <a:pt x="0" y="1652935"/>
                </a:lnTo>
                <a:lnTo>
                  <a:pt x="973166" y="1652935"/>
                </a:lnTo>
                <a:lnTo>
                  <a:pt x="97316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064024" y="7809009"/>
            <a:ext cx="14159951" cy="2477991"/>
          </a:xfrm>
          <a:custGeom>
            <a:avLst/>
            <a:gdLst/>
            <a:ahLst/>
            <a:cxnLst/>
            <a:rect r="r" b="b" t="t" l="l"/>
            <a:pathLst>
              <a:path h="2477991" w="14159951">
                <a:moveTo>
                  <a:pt x="0" y="0"/>
                </a:moveTo>
                <a:lnTo>
                  <a:pt x="14159952" y="0"/>
                </a:lnTo>
                <a:lnTo>
                  <a:pt x="14159952" y="2477991"/>
                </a:lnTo>
                <a:lnTo>
                  <a:pt x="0" y="24779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-1895808" y="620755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8"/>
                </a:lnTo>
                <a:lnTo>
                  <a:pt x="0" y="17126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6223976" y="620755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8"/>
                </a:lnTo>
                <a:lnTo>
                  <a:pt x="0" y="17126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3256570" y="2731189"/>
            <a:ext cx="4437089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  <a:spcBef>
                <a:spcPct val="0"/>
              </a:spcBef>
            </a:pPr>
            <a:r>
              <a:rPr lang="en-US" b="true" sz="2441">
                <a:solidFill>
                  <a:srgbClr val="00E5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Software Dev Concepts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931159" y="4045566"/>
            <a:ext cx="4762500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</a:pPr>
            <a:r>
              <a:rPr lang="en-US" sz="2441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Data Structures &amp; Algorithms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31159" y="3398130"/>
            <a:ext cx="4762500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</a:pPr>
            <a:r>
              <a:rPr lang="en-US" sz="2441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OOP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931159" y="4694329"/>
            <a:ext cx="4762500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</a:pPr>
            <a:r>
              <a:rPr lang="en-US" sz="2441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Database Design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31159" y="5343091"/>
            <a:ext cx="4762500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</a:pPr>
            <a:r>
              <a:rPr lang="en-US" sz="2441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Problem Solving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931159" y="5990527"/>
            <a:ext cx="4762500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</a:pPr>
            <a:r>
              <a:rPr lang="en-US" sz="2441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MVC Architecture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31159" y="6637962"/>
            <a:ext cx="4762500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</a:pPr>
            <a:r>
              <a:rPr lang="en-US" sz="2441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CRUD Operations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931159" y="7285398"/>
            <a:ext cx="4762500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</a:pPr>
            <a:r>
              <a:rPr lang="en-US" sz="2441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Version Control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500135" y="857944"/>
            <a:ext cx="5287731" cy="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11"/>
              </a:lnSpc>
              <a:spcBef>
                <a:spcPct val="0"/>
              </a:spcBef>
            </a:pPr>
            <a:r>
              <a:rPr lang="en-US" b="true" sz="486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My Skills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270851" y="2731189"/>
            <a:ext cx="4762500" cy="43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17"/>
              </a:lnSpc>
              <a:spcBef>
                <a:spcPct val="0"/>
              </a:spcBef>
            </a:pPr>
            <a:r>
              <a:rPr lang="en-US" b="true" sz="2441">
                <a:solidFill>
                  <a:srgbClr val="00E5FF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Tools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691411" y="3678763"/>
            <a:ext cx="4532565" cy="3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0"/>
              </a:lnSpc>
              <a:spcBef>
                <a:spcPct val="0"/>
              </a:spcBef>
            </a:pPr>
            <a:r>
              <a:rPr lang="en-US" b="true" sz="227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Git &amp; GitHub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691411" y="4803598"/>
            <a:ext cx="4532565" cy="3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0"/>
              </a:lnSpc>
              <a:spcBef>
                <a:spcPct val="0"/>
              </a:spcBef>
            </a:pPr>
            <a:r>
              <a:rPr lang="en-US" b="true" sz="227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XAMPP &amp; Composer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691411" y="5934744"/>
            <a:ext cx="4532565" cy="3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0"/>
              </a:lnSpc>
              <a:spcBef>
                <a:spcPct val="0"/>
              </a:spcBef>
            </a:pPr>
            <a:r>
              <a:rPr lang="en-US" b="true" sz="227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VS Code &amp; Visual Studio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691411" y="7059579"/>
            <a:ext cx="4532565" cy="3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0"/>
              </a:lnSpc>
              <a:spcBef>
                <a:spcPct val="0"/>
              </a:spcBef>
            </a:pPr>
            <a:r>
              <a:rPr lang="en-US" b="true" sz="227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MySQL Workbench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349619" y="7002626"/>
            <a:ext cx="1090247" cy="48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85"/>
              </a:lnSpc>
              <a:spcBef>
                <a:spcPct val="0"/>
              </a:spcBef>
            </a:pPr>
            <a:r>
              <a:rPr lang="en-US" b="true" sz="2846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80%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349619" y="5874635"/>
            <a:ext cx="1090247" cy="48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85"/>
              </a:lnSpc>
              <a:spcBef>
                <a:spcPct val="0"/>
              </a:spcBef>
            </a:pPr>
            <a:r>
              <a:rPr lang="en-US" b="true" sz="2846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88%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349619" y="4741050"/>
            <a:ext cx="1090247" cy="48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85"/>
              </a:lnSpc>
              <a:spcBef>
                <a:spcPct val="0"/>
              </a:spcBef>
            </a:pPr>
            <a:r>
              <a:rPr lang="en-US" b="true" sz="2846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85%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349619" y="3580817"/>
            <a:ext cx="1090247" cy="48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85"/>
              </a:lnSpc>
              <a:spcBef>
                <a:spcPct val="0"/>
              </a:spcBef>
            </a:pPr>
            <a:r>
              <a:rPr lang="en-US" b="true" sz="2846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90%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0" y="8745322"/>
            <a:ext cx="2480741" cy="1025957"/>
          </a:xfrm>
          <a:custGeom>
            <a:avLst/>
            <a:gdLst/>
            <a:ahLst/>
            <a:cxnLst/>
            <a:rect r="r" b="b" t="t" l="l"/>
            <a:pathLst>
              <a:path h="1025957" w="2480741">
                <a:moveTo>
                  <a:pt x="0" y="0"/>
                </a:moveTo>
                <a:lnTo>
                  <a:pt x="2480741" y="0"/>
                </a:lnTo>
                <a:lnTo>
                  <a:pt x="2480741" y="1025956"/>
                </a:lnTo>
                <a:lnTo>
                  <a:pt x="0" y="10259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true" flipV="false" rot="0">
            <a:off x="15807259" y="8745322"/>
            <a:ext cx="2480741" cy="1025957"/>
          </a:xfrm>
          <a:custGeom>
            <a:avLst/>
            <a:gdLst/>
            <a:ahLst/>
            <a:cxnLst/>
            <a:rect r="r" b="b" t="t" l="l"/>
            <a:pathLst>
              <a:path h="1025957" w="2480741">
                <a:moveTo>
                  <a:pt x="2480741" y="0"/>
                </a:moveTo>
                <a:lnTo>
                  <a:pt x="0" y="0"/>
                </a:lnTo>
                <a:lnTo>
                  <a:pt x="0" y="1025956"/>
                </a:lnTo>
                <a:lnTo>
                  <a:pt x="2480741" y="1025956"/>
                </a:lnTo>
                <a:lnTo>
                  <a:pt x="248074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00383" y="3511684"/>
            <a:ext cx="4158893" cy="415889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6538" y="0"/>
                  </a:moveTo>
                  <a:lnTo>
                    <a:pt x="766262" y="0"/>
                  </a:lnTo>
                  <a:cubicBezTo>
                    <a:pt x="791964" y="0"/>
                    <a:pt x="812800" y="20836"/>
                    <a:pt x="812800" y="46538"/>
                  </a:cubicBezTo>
                  <a:lnTo>
                    <a:pt x="812800" y="766262"/>
                  </a:lnTo>
                  <a:cubicBezTo>
                    <a:pt x="812800" y="791964"/>
                    <a:pt x="791964" y="812800"/>
                    <a:pt x="766262" y="812800"/>
                  </a:cubicBezTo>
                  <a:lnTo>
                    <a:pt x="46538" y="812800"/>
                  </a:lnTo>
                  <a:cubicBezTo>
                    <a:pt x="20836" y="812800"/>
                    <a:pt x="0" y="791964"/>
                    <a:pt x="0" y="766262"/>
                  </a:cubicBezTo>
                  <a:lnTo>
                    <a:pt x="0" y="46538"/>
                  </a:lnTo>
                  <a:cubicBezTo>
                    <a:pt x="0" y="20836"/>
                    <a:pt x="20836" y="0"/>
                    <a:pt x="465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95250" cap="rnd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064127" y="3511684"/>
            <a:ext cx="4158893" cy="41588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6538" y="0"/>
                  </a:moveTo>
                  <a:lnTo>
                    <a:pt x="766262" y="0"/>
                  </a:lnTo>
                  <a:cubicBezTo>
                    <a:pt x="791964" y="0"/>
                    <a:pt x="812800" y="20836"/>
                    <a:pt x="812800" y="46538"/>
                  </a:cubicBezTo>
                  <a:lnTo>
                    <a:pt x="812800" y="766262"/>
                  </a:lnTo>
                  <a:cubicBezTo>
                    <a:pt x="812800" y="791964"/>
                    <a:pt x="791964" y="812800"/>
                    <a:pt x="766262" y="812800"/>
                  </a:cubicBezTo>
                  <a:lnTo>
                    <a:pt x="46538" y="812800"/>
                  </a:lnTo>
                  <a:cubicBezTo>
                    <a:pt x="20836" y="812800"/>
                    <a:pt x="0" y="791964"/>
                    <a:pt x="0" y="766262"/>
                  </a:cubicBezTo>
                  <a:lnTo>
                    <a:pt x="0" y="46538"/>
                  </a:lnTo>
                  <a:cubicBezTo>
                    <a:pt x="0" y="20836"/>
                    <a:pt x="20836" y="0"/>
                    <a:pt x="465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95250" cap="rnd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925375" y="3511684"/>
            <a:ext cx="4158893" cy="41588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6538" y="0"/>
                  </a:moveTo>
                  <a:lnTo>
                    <a:pt x="766262" y="0"/>
                  </a:lnTo>
                  <a:cubicBezTo>
                    <a:pt x="791964" y="0"/>
                    <a:pt x="812800" y="20836"/>
                    <a:pt x="812800" y="46538"/>
                  </a:cubicBezTo>
                  <a:lnTo>
                    <a:pt x="812800" y="766262"/>
                  </a:lnTo>
                  <a:cubicBezTo>
                    <a:pt x="812800" y="791964"/>
                    <a:pt x="791964" y="812800"/>
                    <a:pt x="766262" y="812800"/>
                  </a:cubicBezTo>
                  <a:lnTo>
                    <a:pt x="46538" y="812800"/>
                  </a:lnTo>
                  <a:cubicBezTo>
                    <a:pt x="20836" y="812800"/>
                    <a:pt x="0" y="791964"/>
                    <a:pt x="0" y="766262"/>
                  </a:cubicBezTo>
                  <a:lnTo>
                    <a:pt x="0" y="46538"/>
                  </a:lnTo>
                  <a:cubicBezTo>
                    <a:pt x="0" y="20836"/>
                    <a:pt x="20836" y="0"/>
                    <a:pt x="4653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95250" cap="rnd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232692" y="1124614"/>
            <a:ext cx="7821309" cy="1347529"/>
            <a:chOff x="0" y="0"/>
            <a:chExt cx="2059933" cy="3549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65353" y="2328604"/>
            <a:ext cx="191828" cy="191828"/>
            <a:chOff x="0" y="0"/>
            <a:chExt cx="423559" cy="423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29512" y="2376229"/>
            <a:ext cx="191828" cy="191828"/>
            <a:chOff x="0" y="0"/>
            <a:chExt cx="423559" cy="4235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65353" y="1028700"/>
            <a:ext cx="191828" cy="191828"/>
            <a:chOff x="0" y="0"/>
            <a:chExt cx="423559" cy="423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29512" y="1028700"/>
            <a:ext cx="191828" cy="191828"/>
            <a:chOff x="0" y="0"/>
            <a:chExt cx="423559" cy="4235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667838" y="4973305"/>
            <a:ext cx="4096412" cy="7656845"/>
          </a:xfrm>
          <a:custGeom>
            <a:avLst/>
            <a:gdLst/>
            <a:ahLst/>
            <a:cxnLst/>
            <a:rect r="r" b="b" t="t" l="l"/>
            <a:pathLst>
              <a:path h="7656845" w="4096412">
                <a:moveTo>
                  <a:pt x="0" y="0"/>
                </a:moveTo>
                <a:lnTo>
                  <a:pt x="4096412" y="0"/>
                </a:lnTo>
                <a:lnTo>
                  <a:pt x="4096412" y="7656845"/>
                </a:lnTo>
                <a:lnTo>
                  <a:pt x="0" y="76568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-472434" y="4973305"/>
            <a:ext cx="4096412" cy="7656845"/>
          </a:xfrm>
          <a:custGeom>
            <a:avLst/>
            <a:gdLst/>
            <a:ahLst/>
            <a:cxnLst/>
            <a:rect r="r" b="b" t="t" l="l"/>
            <a:pathLst>
              <a:path h="7656845" w="4096412">
                <a:moveTo>
                  <a:pt x="4096412" y="0"/>
                </a:moveTo>
                <a:lnTo>
                  <a:pt x="0" y="0"/>
                </a:lnTo>
                <a:lnTo>
                  <a:pt x="0" y="7656845"/>
                </a:lnTo>
                <a:lnTo>
                  <a:pt x="4096412" y="7656845"/>
                </a:lnTo>
                <a:lnTo>
                  <a:pt x="4096412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852661" y="1013836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0" y="0"/>
                </a:moveTo>
                <a:lnTo>
                  <a:pt x="973165" y="0"/>
                </a:lnTo>
                <a:lnTo>
                  <a:pt x="973165" y="1652935"/>
                </a:lnTo>
                <a:lnTo>
                  <a:pt x="0" y="16529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13462174" y="1013836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973165" y="0"/>
                </a:moveTo>
                <a:lnTo>
                  <a:pt x="0" y="0"/>
                </a:lnTo>
                <a:lnTo>
                  <a:pt x="0" y="1652935"/>
                </a:lnTo>
                <a:lnTo>
                  <a:pt x="973165" y="1652935"/>
                </a:lnTo>
                <a:lnTo>
                  <a:pt x="97316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78476" y="1028700"/>
            <a:ext cx="1121908" cy="1078434"/>
          </a:xfrm>
          <a:custGeom>
            <a:avLst/>
            <a:gdLst/>
            <a:ahLst/>
            <a:cxnLst/>
            <a:rect r="r" b="b" t="t" l="l"/>
            <a:pathLst>
              <a:path h="1078434" w="1121908">
                <a:moveTo>
                  <a:pt x="0" y="0"/>
                </a:moveTo>
                <a:lnTo>
                  <a:pt x="1121907" y="0"/>
                </a:lnTo>
                <a:lnTo>
                  <a:pt x="1121907" y="1078434"/>
                </a:lnTo>
                <a:lnTo>
                  <a:pt x="0" y="1078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083164" y="1028700"/>
            <a:ext cx="1121908" cy="1078434"/>
          </a:xfrm>
          <a:custGeom>
            <a:avLst/>
            <a:gdLst/>
            <a:ahLst/>
            <a:cxnLst/>
            <a:rect r="r" b="b" t="t" l="l"/>
            <a:pathLst>
              <a:path h="1078434" w="1121908">
                <a:moveTo>
                  <a:pt x="0" y="0"/>
                </a:moveTo>
                <a:lnTo>
                  <a:pt x="1121908" y="0"/>
                </a:lnTo>
                <a:lnTo>
                  <a:pt x="1121908" y="1078434"/>
                </a:lnTo>
                <a:lnTo>
                  <a:pt x="0" y="1078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199025" y="7973788"/>
            <a:ext cx="4160252" cy="54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5"/>
              </a:lnSpc>
              <a:spcBef>
                <a:spcPct val="0"/>
              </a:spcBef>
            </a:pPr>
            <a:r>
              <a:rPr lang="en-US" b="true" sz="3132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Web Development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64127" y="7973788"/>
            <a:ext cx="4160252" cy="54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5"/>
              </a:lnSpc>
              <a:spcBef>
                <a:spcPct val="0"/>
              </a:spcBef>
            </a:pPr>
            <a:r>
              <a:rPr lang="en-US" b="true" sz="3132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Landing Pages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24016" y="7973788"/>
            <a:ext cx="4160252" cy="54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85"/>
              </a:lnSpc>
              <a:spcBef>
                <a:spcPct val="0"/>
              </a:spcBef>
            </a:pPr>
            <a:r>
              <a:rPr lang="en-US" b="true" sz="3132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Web Applications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32692" y="1202129"/>
            <a:ext cx="7821309" cy="108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Services Offered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00383" y="3511684"/>
            <a:ext cx="4158893" cy="415889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6538" y="0"/>
                  </a:moveTo>
                  <a:lnTo>
                    <a:pt x="766262" y="0"/>
                  </a:lnTo>
                  <a:cubicBezTo>
                    <a:pt x="791964" y="0"/>
                    <a:pt x="812800" y="20836"/>
                    <a:pt x="812800" y="46538"/>
                  </a:cubicBezTo>
                  <a:lnTo>
                    <a:pt x="812800" y="766262"/>
                  </a:lnTo>
                  <a:cubicBezTo>
                    <a:pt x="812800" y="791964"/>
                    <a:pt x="791964" y="812800"/>
                    <a:pt x="766262" y="812800"/>
                  </a:cubicBezTo>
                  <a:lnTo>
                    <a:pt x="46538" y="812800"/>
                  </a:lnTo>
                  <a:cubicBezTo>
                    <a:pt x="20836" y="812800"/>
                    <a:pt x="0" y="791964"/>
                    <a:pt x="0" y="766262"/>
                  </a:cubicBezTo>
                  <a:lnTo>
                    <a:pt x="0" y="46538"/>
                  </a:lnTo>
                  <a:cubicBezTo>
                    <a:pt x="0" y="20836"/>
                    <a:pt x="20836" y="0"/>
                    <a:pt x="465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95250" cap="rnd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064127" y="3511684"/>
            <a:ext cx="4158893" cy="415889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6538" y="0"/>
                  </a:moveTo>
                  <a:lnTo>
                    <a:pt x="766262" y="0"/>
                  </a:lnTo>
                  <a:cubicBezTo>
                    <a:pt x="791964" y="0"/>
                    <a:pt x="812800" y="20836"/>
                    <a:pt x="812800" y="46538"/>
                  </a:cubicBezTo>
                  <a:lnTo>
                    <a:pt x="812800" y="766262"/>
                  </a:lnTo>
                  <a:cubicBezTo>
                    <a:pt x="812800" y="791964"/>
                    <a:pt x="791964" y="812800"/>
                    <a:pt x="766262" y="812800"/>
                  </a:cubicBezTo>
                  <a:lnTo>
                    <a:pt x="46538" y="812800"/>
                  </a:lnTo>
                  <a:cubicBezTo>
                    <a:pt x="20836" y="812800"/>
                    <a:pt x="0" y="791964"/>
                    <a:pt x="0" y="766262"/>
                  </a:cubicBezTo>
                  <a:lnTo>
                    <a:pt x="0" y="46538"/>
                  </a:lnTo>
                  <a:cubicBezTo>
                    <a:pt x="0" y="20836"/>
                    <a:pt x="20836" y="0"/>
                    <a:pt x="465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95250" cap="rnd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925375" y="3511684"/>
            <a:ext cx="4158893" cy="41588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6538" y="0"/>
                  </a:moveTo>
                  <a:lnTo>
                    <a:pt x="766262" y="0"/>
                  </a:lnTo>
                  <a:cubicBezTo>
                    <a:pt x="791964" y="0"/>
                    <a:pt x="812800" y="20836"/>
                    <a:pt x="812800" y="46538"/>
                  </a:cubicBezTo>
                  <a:lnTo>
                    <a:pt x="812800" y="766262"/>
                  </a:lnTo>
                  <a:cubicBezTo>
                    <a:pt x="812800" y="791964"/>
                    <a:pt x="791964" y="812800"/>
                    <a:pt x="766262" y="812800"/>
                  </a:cubicBezTo>
                  <a:lnTo>
                    <a:pt x="46538" y="812800"/>
                  </a:lnTo>
                  <a:cubicBezTo>
                    <a:pt x="20836" y="812800"/>
                    <a:pt x="0" y="791964"/>
                    <a:pt x="0" y="766262"/>
                  </a:cubicBezTo>
                  <a:lnTo>
                    <a:pt x="0" y="46538"/>
                  </a:lnTo>
                  <a:cubicBezTo>
                    <a:pt x="0" y="20836"/>
                    <a:pt x="20836" y="0"/>
                    <a:pt x="46538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95250" cap="rnd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232692" y="1124614"/>
            <a:ext cx="7821309" cy="1347529"/>
            <a:chOff x="0" y="0"/>
            <a:chExt cx="2059933" cy="3549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165353" y="2328604"/>
            <a:ext cx="191828" cy="191828"/>
            <a:chOff x="0" y="0"/>
            <a:chExt cx="423559" cy="423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929512" y="2376229"/>
            <a:ext cx="191828" cy="191828"/>
            <a:chOff x="0" y="0"/>
            <a:chExt cx="423559" cy="4235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65353" y="1028700"/>
            <a:ext cx="191828" cy="191828"/>
            <a:chOff x="0" y="0"/>
            <a:chExt cx="423559" cy="423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929512" y="1028700"/>
            <a:ext cx="191828" cy="191828"/>
            <a:chOff x="0" y="0"/>
            <a:chExt cx="423559" cy="4235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667838" y="4973305"/>
            <a:ext cx="4096412" cy="7656845"/>
          </a:xfrm>
          <a:custGeom>
            <a:avLst/>
            <a:gdLst/>
            <a:ahLst/>
            <a:cxnLst/>
            <a:rect r="r" b="b" t="t" l="l"/>
            <a:pathLst>
              <a:path h="7656845" w="4096412">
                <a:moveTo>
                  <a:pt x="0" y="0"/>
                </a:moveTo>
                <a:lnTo>
                  <a:pt x="4096412" y="0"/>
                </a:lnTo>
                <a:lnTo>
                  <a:pt x="4096412" y="7656845"/>
                </a:lnTo>
                <a:lnTo>
                  <a:pt x="0" y="76568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true" flipV="false" rot="0">
            <a:off x="-472434" y="4973305"/>
            <a:ext cx="4096412" cy="7656845"/>
          </a:xfrm>
          <a:custGeom>
            <a:avLst/>
            <a:gdLst/>
            <a:ahLst/>
            <a:cxnLst/>
            <a:rect r="r" b="b" t="t" l="l"/>
            <a:pathLst>
              <a:path h="7656845" w="4096412">
                <a:moveTo>
                  <a:pt x="4096412" y="0"/>
                </a:moveTo>
                <a:lnTo>
                  <a:pt x="0" y="0"/>
                </a:lnTo>
                <a:lnTo>
                  <a:pt x="0" y="7656845"/>
                </a:lnTo>
                <a:lnTo>
                  <a:pt x="4096412" y="7656845"/>
                </a:lnTo>
                <a:lnTo>
                  <a:pt x="4096412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852661" y="1013836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0" y="0"/>
                </a:moveTo>
                <a:lnTo>
                  <a:pt x="973165" y="0"/>
                </a:lnTo>
                <a:lnTo>
                  <a:pt x="973165" y="1652935"/>
                </a:lnTo>
                <a:lnTo>
                  <a:pt x="0" y="16529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false" rot="0">
            <a:off x="13462174" y="1013836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973165" y="0"/>
                </a:moveTo>
                <a:lnTo>
                  <a:pt x="0" y="0"/>
                </a:lnTo>
                <a:lnTo>
                  <a:pt x="0" y="1652935"/>
                </a:lnTo>
                <a:lnTo>
                  <a:pt x="973165" y="1652935"/>
                </a:lnTo>
                <a:lnTo>
                  <a:pt x="97316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78476" y="1028700"/>
            <a:ext cx="1121908" cy="1078434"/>
          </a:xfrm>
          <a:custGeom>
            <a:avLst/>
            <a:gdLst/>
            <a:ahLst/>
            <a:cxnLst/>
            <a:rect r="r" b="b" t="t" l="l"/>
            <a:pathLst>
              <a:path h="1078434" w="1121908">
                <a:moveTo>
                  <a:pt x="0" y="0"/>
                </a:moveTo>
                <a:lnTo>
                  <a:pt x="1121907" y="0"/>
                </a:lnTo>
                <a:lnTo>
                  <a:pt x="1121907" y="1078434"/>
                </a:lnTo>
                <a:lnTo>
                  <a:pt x="0" y="1078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6083164" y="1028700"/>
            <a:ext cx="1121908" cy="1078434"/>
          </a:xfrm>
          <a:custGeom>
            <a:avLst/>
            <a:gdLst/>
            <a:ahLst/>
            <a:cxnLst/>
            <a:rect r="r" b="b" t="t" l="l"/>
            <a:pathLst>
              <a:path h="1078434" w="1121908">
                <a:moveTo>
                  <a:pt x="0" y="0"/>
                </a:moveTo>
                <a:lnTo>
                  <a:pt x="1121908" y="0"/>
                </a:lnTo>
                <a:lnTo>
                  <a:pt x="1121908" y="1078434"/>
                </a:lnTo>
                <a:lnTo>
                  <a:pt x="0" y="1078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199025" y="7983313"/>
            <a:ext cx="4160252" cy="48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5"/>
              </a:lnSpc>
              <a:spcBef>
                <a:spcPct val="0"/>
              </a:spcBef>
            </a:pPr>
            <a:r>
              <a:rPr lang="en-US" b="true" sz="2853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Dashboard Development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64127" y="7983313"/>
            <a:ext cx="4160252" cy="48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5"/>
              </a:lnSpc>
              <a:spcBef>
                <a:spcPct val="0"/>
              </a:spcBef>
            </a:pPr>
            <a:r>
              <a:rPr lang="en-US" b="true" sz="2853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Front-End Development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24016" y="7983313"/>
            <a:ext cx="4160252" cy="48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95"/>
              </a:lnSpc>
              <a:spcBef>
                <a:spcPct val="0"/>
              </a:spcBef>
            </a:pPr>
            <a:r>
              <a:rPr lang="en-US" b="true" sz="2853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Arabic &amp; RTL Websites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32692" y="1202129"/>
            <a:ext cx="7821309" cy="108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Services Offered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09241" y="3472933"/>
            <a:ext cx="571500" cy="571500"/>
            <a:chOff x="0" y="0"/>
            <a:chExt cx="423559" cy="423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34500" y="3472933"/>
            <a:ext cx="571500" cy="571500"/>
            <a:chOff x="0" y="0"/>
            <a:chExt cx="423559" cy="4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09241" y="5961047"/>
            <a:ext cx="571500" cy="571500"/>
            <a:chOff x="0" y="0"/>
            <a:chExt cx="423559" cy="4235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34500" y="5961047"/>
            <a:ext cx="571500" cy="571500"/>
            <a:chOff x="0" y="0"/>
            <a:chExt cx="423559" cy="423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28575" cap="rnd">
              <a:solidFill>
                <a:srgbClr val="00E5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2194991" y="4044433"/>
            <a:ext cx="0" cy="1916615"/>
          </a:xfrm>
          <a:prstGeom prst="line">
            <a:avLst/>
          </a:prstGeom>
          <a:ln cap="rnd" w="38100">
            <a:solidFill>
              <a:srgbClr val="00E5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9620250" y="4044433"/>
            <a:ext cx="0" cy="1916615"/>
          </a:xfrm>
          <a:prstGeom prst="line">
            <a:avLst/>
          </a:prstGeom>
          <a:ln cap="rnd" w="38100">
            <a:solidFill>
              <a:srgbClr val="00E5FF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5232692" y="1124614"/>
            <a:ext cx="7821309" cy="1347529"/>
            <a:chOff x="0" y="0"/>
            <a:chExt cx="2059933" cy="3549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65353" y="2328604"/>
            <a:ext cx="191828" cy="191828"/>
            <a:chOff x="0" y="0"/>
            <a:chExt cx="423559" cy="423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29512" y="2376229"/>
            <a:ext cx="191828" cy="191828"/>
            <a:chOff x="0" y="0"/>
            <a:chExt cx="423559" cy="4235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165353" y="1028700"/>
            <a:ext cx="191828" cy="191828"/>
            <a:chOff x="0" y="0"/>
            <a:chExt cx="423559" cy="4235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929512" y="1028700"/>
            <a:ext cx="191828" cy="191828"/>
            <a:chOff x="0" y="0"/>
            <a:chExt cx="423559" cy="4235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83536" y="3547228"/>
            <a:ext cx="422910" cy="422910"/>
            <a:chOff x="0" y="0"/>
            <a:chExt cx="423559" cy="4235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85725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08795" y="3547228"/>
            <a:ext cx="422910" cy="422910"/>
            <a:chOff x="0" y="0"/>
            <a:chExt cx="423559" cy="42355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85725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83536" y="6035343"/>
            <a:ext cx="422910" cy="422910"/>
            <a:chOff x="0" y="0"/>
            <a:chExt cx="423559" cy="42355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85725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408795" y="6035343"/>
            <a:ext cx="422910" cy="422910"/>
            <a:chOff x="0" y="0"/>
            <a:chExt cx="423559" cy="42355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211780" y="0"/>
                  </a:moveTo>
                  <a:lnTo>
                    <a:pt x="211780" y="0"/>
                  </a:lnTo>
                  <a:cubicBezTo>
                    <a:pt x="328742" y="0"/>
                    <a:pt x="423559" y="94817"/>
                    <a:pt x="423559" y="211780"/>
                  </a:cubicBezTo>
                  <a:lnTo>
                    <a:pt x="423559" y="211780"/>
                  </a:lnTo>
                  <a:cubicBezTo>
                    <a:pt x="423559" y="267947"/>
                    <a:pt x="401247" y="321814"/>
                    <a:pt x="361530" y="361530"/>
                  </a:cubicBezTo>
                  <a:cubicBezTo>
                    <a:pt x="321814" y="401247"/>
                    <a:pt x="267947" y="423559"/>
                    <a:pt x="211780" y="423559"/>
                  </a:cubicBezTo>
                  <a:lnTo>
                    <a:pt x="211780" y="423559"/>
                  </a:lnTo>
                  <a:cubicBezTo>
                    <a:pt x="155612" y="423559"/>
                    <a:pt x="101745" y="401247"/>
                    <a:pt x="62029" y="361530"/>
                  </a:cubicBezTo>
                  <a:cubicBezTo>
                    <a:pt x="22312" y="321814"/>
                    <a:pt x="0" y="267947"/>
                    <a:pt x="0" y="211780"/>
                  </a:cubicBezTo>
                  <a:lnTo>
                    <a:pt x="0" y="211780"/>
                  </a:lnTo>
                  <a:cubicBezTo>
                    <a:pt x="0" y="155612"/>
                    <a:pt x="22312" y="101745"/>
                    <a:pt x="62029" y="62029"/>
                  </a:cubicBezTo>
                  <a:cubicBezTo>
                    <a:pt x="101745" y="22312"/>
                    <a:pt x="155612" y="0"/>
                    <a:pt x="211780" y="0"/>
                  </a:cubicBezTo>
                  <a:close/>
                </a:path>
              </a:pathLst>
            </a:custGeom>
            <a:solidFill>
              <a:srgbClr val="00E5FF"/>
            </a:solidFill>
            <a:ln w="85725" cap="rnd">
              <a:solidFill>
                <a:srgbClr val="0F172A"/>
              </a:solidFill>
              <a:prstDash val="solid"/>
              <a:round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76200"/>
              <a:ext cx="42355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true" rot="0">
            <a:off x="1028700" y="-400126"/>
            <a:ext cx="583101" cy="2606040"/>
          </a:xfrm>
          <a:custGeom>
            <a:avLst/>
            <a:gdLst/>
            <a:ahLst/>
            <a:cxnLst/>
            <a:rect r="r" b="b" t="t" l="l"/>
            <a:pathLst>
              <a:path h="2606040" w="583101">
                <a:moveTo>
                  <a:pt x="0" y="2606039"/>
                </a:moveTo>
                <a:lnTo>
                  <a:pt x="583101" y="2606039"/>
                </a:lnTo>
                <a:lnTo>
                  <a:pt x="583101" y="0"/>
                </a:lnTo>
                <a:lnTo>
                  <a:pt x="0" y="0"/>
                </a:lnTo>
                <a:lnTo>
                  <a:pt x="0" y="26060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true" flipV="true" rot="0">
            <a:off x="16676199" y="-400126"/>
            <a:ext cx="583101" cy="2606040"/>
          </a:xfrm>
          <a:custGeom>
            <a:avLst/>
            <a:gdLst/>
            <a:ahLst/>
            <a:cxnLst/>
            <a:rect r="r" b="b" t="t" l="l"/>
            <a:pathLst>
              <a:path h="2606040" w="583101">
                <a:moveTo>
                  <a:pt x="583101" y="2606039"/>
                </a:moveTo>
                <a:lnTo>
                  <a:pt x="0" y="2606039"/>
                </a:lnTo>
                <a:lnTo>
                  <a:pt x="0" y="0"/>
                </a:lnTo>
                <a:lnTo>
                  <a:pt x="583101" y="0"/>
                </a:lnTo>
                <a:lnTo>
                  <a:pt x="583101" y="260603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0" y="8745322"/>
            <a:ext cx="2480741" cy="1025957"/>
          </a:xfrm>
          <a:custGeom>
            <a:avLst/>
            <a:gdLst/>
            <a:ahLst/>
            <a:cxnLst/>
            <a:rect r="r" b="b" t="t" l="l"/>
            <a:pathLst>
              <a:path h="1025957" w="2480741">
                <a:moveTo>
                  <a:pt x="0" y="0"/>
                </a:moveTo>
                <a:lnTo>
                  <a:pt x="2480741" y="0"/>
                </a:lnTo>
                <a:lnTo>
                  <a:pt x="2480741" y="1025956"/>
                </a:lnTo>
                <a:lnTo>
                  <a:pt x="0" y="1025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true" flipV="false" rot="0">
            <a:off x="15807259" y="8745322"/>
            <a:ext cx="2480741" cy="1025957"/>
          </a:xfrm>
          <a:custGeom>
            <a:avLst/>
            <a:gdLst/>
            <a:ahLst/>
            <a:cxnLst/>
            <a:rect r="r" b="b" t="t" l="l"/>
            <a:pathLst>
              <a:path h="1025957" w="2480741">
                <a:moveTo>
                  <a:pt x="2480741" y="0"/>
                </a:moveTo>
                <a:lnTo>
                  <a:pt x="0" y="0"/>
                </a:lnTo>
                <a:lnTo>
                  <a:pt x="0" y="1025956"/>
                </a:lnTo>
                <a:lnTo>
                  <a:pt x="2480741" y="1025956"/>
                </a:lnTo>
                <a:lnTo>
                  <a:pt x="248074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683957" y="9107622"/>
            <a:ext cx="4920086" cy="301355"/>
          </a:xfrm>
          <a:custGeom>
            <a:avLst/>
            <a:gdLst/>
            <a:ahLst/>
            <a:cxnLst/>
            <a:rect r="r" b="b" t="t" l="l"/>
            <a:pathLst>
              <a:path h="301355" w="4920086">
                <a:moveTo>
                  <a:pt x="0" y="0"/>
                </a:moveTo>
                <a:lnTo>
                  <a:pt x="4920086" y="0"/>
                </a:lnTo>
                <a:lnTo>
                  <a:pt x="4920086" y="301356"/>
                </a:lnTo>
                <a:lnTo>
                  <a:pt x="0" y="3013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2952750" y="3503413"/>
            <a:ext cx="5876248" cy="4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F172A"/>
                </a:solidFill>
                <a:latin typeface="Telegraf Bold"/>
                <a:ea typeface="Telegraf Bold"/>
                <a:cs typeface="Telegraf Bold"/>
                <a:sym typeface="Telegraf Bold"/>
              </a:rPr>
              <a:t>(2023 - 2024)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378009" y="3503413"/>
            <a:ext cx="5876248" cy="4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F172A"/>
                </a:solidFill>
                <a:latin typeface="Telegraf Bold"/>
                <a:ea typeface="Telegraf Bold"/>
                <a:cs typeface="Telegraf Bold"/>
                <a:sym typeface="Telegraf Bold"/>
              </a:rPr>
              <a:t>(2023 - 2024)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952750" y="5991528"/>
            <a:ext cx="5876248" cy="4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F172A"/>
                </a:solidFill>
                <a:latin typeface="Telegraf Bold"/>
                <a:ea typeface="Telegraf Bold"/>
                <a:cs typeface="Telegraf Bold"/>
                <a:sym typeface="Telegraf Bold"/>
              </a:rPr>
              <a:t>(2024 - 2025)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378009" y="5991528"/>
            <a:ext cx="5876248" cy="4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0F172A"/>
                </a:solidFill>
                <a:latin typeface="Telegraf Bold"/>
                <a:ea typeface="Telegraf Bold"/>
                <a:cs typeface="Telegraf Bold"/>
                <a:sym typeface="Telegraf Bold"/>
              </a:rPr>
              <a:t>(2024 - 2025)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952750" y="4118727"/>
            <a:ext cx="5876248" cy="4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ALX Professional Foundations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378009" y="4118727"/>
            <a:ext cx="5876248" cy="4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ALX Back-End Web Development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52750" y="6606842"/>
            <a:ext cx="5876248" cy="4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Sprints.AI Python &amp; Web Dev Training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378009" y="6606842"/>
            <a:ext cx="5876248" cy="43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Black Horse Backend Development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52750" y="4705467"/>
            <a:ext cx="6000750" cy="12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1"/>
              </a:lnSpc>
              <a:spcBef>
                <a:spcPct val="0"/>
              </a:spcBef>
            </a:pPr>
            <a:r>
              <a:rPr lang="en-US" sz="1715" spc="25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Gained strong foundational skills in professional development, problem solving, and software engineering principles. Hands-on projects focused on coding logic and collaborative workflows.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378009" y="4705467"/>
            <a:ext cx="6000750" cy="12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1"/>
              </a:lnSpc>
              <a:spcBef>
                <a:spcPct val="0"/>
              </a:spcBef>
            </a:pPr>
            <a:r>
              <a:rPr lang="en-US" sz="1715" spc="25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Intensive backend development training covering server-side programming, APIs, and database integration. Improved coding and problem-solving through real-world project challenges.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952750" y="7193582"/>
            <a:ext cx="6000750" cy="12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1"/>
              </a:lnSpc>
              <a:spcBef>
                <a:spcPct val="0"/>
              </a:spcBef>
            </a:pPr>
            <a:r>
              <a:rPr lang="en-US" sz="1715" spc="25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Intensive Python and web development training with practice on real-world programming challenges. Technologies used: Python, HTML, CSS, JavaScript, and modern development workflows.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378009" y="7193582"/>
            <a:ext cx="6000750" cy="121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1"/>
              </a:lnSpc>
              <a:spcBef>
                <a:spcPct val="0"/>
              </a:spcBef>
            </a:pPr>
            <a:r>
              <a:rPr lang="en-US" sz="1715" spc="25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Deep dive into backend development concepts, database design, and application architecture. Focused on PHP, MySQL, and building scalable, well-structured web application systems.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232692" y="1249754"/>
            <a:ext cx="7821309" cy="81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27"/>
              </a:lnSpc>
              <a:spcBef>
                <a:spcPct val="0"/>
              </a:spcBef>
            </a:pPr>
            <a:r>
              <a:rPr lang="en-US" b="true" sz="4519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Work Experience &amp; Training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42919" y="4055151"/>
            <a:ext cx="2389774" cy="238977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651667" y="4742134"/>
            <a:ext cx="722876" cy="1018135"/>
          </a:xfrm>
          <a:custGeom>
            <a:avLst/>
            <a:gdLst/>
            <a:ahLst/>
            <a:cxnLst/>
            <a:rect r="r" b="b" t="t" l="l"/>
            <a:pathLst>
              <a:path h="1018135" w="722876">
                <a:moveTo>
                  <a:pt x="0" y="0"/>
                </a:moveTo>
                <a:lnTo>
                  <a:pt x="722876" y="0"/>
                </a:lnTo>
                <a:lnTo>
                  <a:pt x="722876" y="1018135"/>
                </a:lnTo>
                <a:lnTo>
                  <a:pt x="0" y="10181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900835" y="4055151"/>
            <a:ext cx="2389774" cy="23897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87883" y="3840453"/>
            <a:ext cx="2815679" cy="28156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505577" y="4728515"/>
            <a:ext cx="1184916" cy="1171658"/>
          </a:xfrm>
          <a:custGeom>
            <a:avLst/>
            <a:gdLst/>
            <a:ahLst/>
            <a:cxnLst/>
            <a:rect r="r" b="b" t="t" l="l"/>
            <a:pathLst>
              <a:path h="1171658" w="1184916">
                <a:moveTo>
                  <a:pt x="0" y="0"/>
                </a:moveTo>
                <a:lnTo>
                  <a:pt x="1184916" y="0"/>
                </a:lnTo>
                <a:lnTo>
                  <a:pt x="1184916" y="1171658"/>
                </a:lnTo>
                <a:lnTo>
                  <a:pt x="0" y="1171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045293" y="4055151"/>
            <a:ext cx="2389774" cy="238977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32340" y="3840453"/>
            <a:ext cx="2815679" cy="281567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753658" y="4831757"/>
            <a:ext cx="926806" cy="806258"/>
          </a:xfrm>
          <a:custGeom>
            <a:avLst/>
            <a:gdLst/>
            <a:ahLst/>
            <a:cxnLst/>
            <a:rect r="r" b="b" t="t" l="l"/>
            <a:pathLst>
              <a:path h="806258" w="926806">
                <a:moveTo>
                  <a:pt x="0" y="0"/>
                </a:moveTo>
                <a:lnTo>
                  <a:pt x="926805" y="0"/>
                </a:lnTo>
                <a:lnTo>
                  <a:pt x="926805" y="806258"/>
                </a:lnTo>
                <a:lnTo>
                  <a:pt x="0" y="8062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232692" y="1730260"/>
            <a:ext cx="7821309" cy="1347529"/>
            <a:chOff x="0" y="0"/>
            <a:chExt cx="2059933" cy="3549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65353" y="2934250"/>
            <a:ext cx="191828" cy="191828"/>
            <a:chOff x="0" y="0"/>
            <a:chExt cx="423559" cy="4235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929512" y="2981875"/>
            <a:ext cx="191828" cy="191828"/>
            <a:chOff x="0" y="0"/>
            <a:chExt cx="423559" cy="4235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65353" y="1634346"/>
            <a:ext cx="191828" cy="191828"/>
            <a:chOff x="0" y="0"/>
            <a:chExt cx="423559" cy="4235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929512" y="1634346"/>
            <a:ext cx="191828" cy="191828"/>
            <a:chOff x="0" y="0"/>
            <a:chExt cx="423559" cy="4235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629966" y="3840453"/>
            <a:ext cx="2815679" cy="281567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true" flipV="true" rot="0">
            <a:off x="-2781182" y="-1860356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6101547" y="5110259"/>
                </a:moveTo>
                <a:lnTo>
                  <a:pt x="0" y="5110259"/>
                </a:lnTo>
                <a:lnTo>
                  <a:pt x="0" y="0"/>
                </a:lnTo>
                <a:lnTo>
                  <a:pt x="6101547" y="0"/>
                </a:lnTo>
                <a:lnTo>
                  <a:pt x="6101547" y="5110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052591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0" y="0"/>
                </a:moveTo>
                <a:lnTo>
                  <a:pt x="6101547" y="0"/>
                </a:lnTo>
                <a:lnTo>
                  <a:pt x="6101547" y="5110259"/>
                </a:lnTo>
                <a:lnTo>
                  <a:pt x="0" y="5110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948756" y="-2574904"/>
            <a:ext cx="5737962" cy="5748607"/>
          </a:xfrm>
          <a:custGeom>
            <a:avLst/>
            <a:gdLst/>
            <a:ahLst/>
            <a:cxnLst/>
            <a:rect r="r" b="b" t="t" l="l"/>
            <a:pathLst>
              <a:path h="5748607" w="5737962">
                <a:moveTo>
                  <a:pt x="0" y="0"/>
                </a:moveTo>
                <a:lnTo>
                  <a:pt x="5737962" y="0"/>
                </a:lnTo>
                <a:lnTo>
                  <a:pt x="5737962" y="5748607"/>
                </a:lnTo>
                <a:lnTo>
                  <a:pt x="0" y="5748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28700" y="9243204"/>
            <a:ext cx="3009106" cy="481457"/>
          </a:xfrm>
          <a:custGeom>
            <a:avLst/>
            <a:gdLst/>
            <a:ahLst/>
            <a:cxnLst/>
            <a:rect r="r" b="b" t="t" l="l"/>
            <a:pathLst>
              <a:path h="481457" w="3009106">
                <a:moveTo>
                  <a:pt x="0" y="0"/>
                </a:moveTo>
                <a:lnTo>
                  <a:pt x="3009106" y="0"/>
                </a:lnTo>
                <a:lnTo>
                  <a:pt x="3009106" y="481457"/>
                </a:lnTo>
                <a:lnTo>
                  <a:pt x="0" y="481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675127" y="6982605"/>
            <a:ext cx="4725031" cy="41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Full-Stack Development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00592" y="7550295"/>
            <a:ext cx="4474427" cy="82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Real-world applications built with PHP, Laravel, MySQL, and modern front-end technologies.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81158" y="6982605"/>
            <a:ext cx="4725031" cy="41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Responsive &amp; RTL Design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87189" y="6982605"/>
            <a:ext cx="4725031" cy="41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Modern Web Solutions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06950" y="7550295"/>
            <a:ext cx="4474427" cy="82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Delivering clean, user-friendly interfaces with Arabic RTL support and cross-device compatibility.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012981" y="7550295"/>
            <a:ext cx="4474427" cy="82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From school management systems to e-commerce platforms and ERP solutions built for real users.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232692" y="1807775"/>
            <a:ext cx="7821309" cy="108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Featured Projects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38089" y="3562129"/>
            <a:ext cx="539157" cy="571500"/>
            <a:chOff x="0" y="0"/>
            <a:chExt cx="399589" cy="423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9589" cy="423559"/>
            </a:xfrm>
            <a:custGeom>
              <a:avLst/>
              <a:gdLst/>
              <a:ahLst/>
              <a:cxnLst/>
              <a:rect r="r" b="b" t="t" l="l"/>
              <a:pathLst>
                <a:path h="423559" w="399589">
                  <a:moveTo>
                    <a:pt x="168273" y="0"/>
                  </a:moveTo>
                  <a:lnTo>
                    <a:pt x="231316" y="0"/>
                  </a:lnTo>
                  <a:cubicBezTo>
                    <a:pt x="275945" y="0"/>
                    <a:pt x="318746" y="17729"/>
                    <a:pt x="350303" y="49286"/>
                  </a:cubicBezTo>
                  <a:cubicBezTo>
                    <a:pt x="381860" y="80843"/>
                    <a:pt x="399589" y="123644"/>
                    <a:pt x="399589" y="168273"/>
                  </a:cubicBezTo>
                  <a:lnTo>
                    <a:pt x="399589" y="255286"/>
                  </a:lnTo>
                  <a:cubicBezTo>
                    <a:pt x="399589" y="348221"/>
                    <a:pt x="324251" y="423559"/>
                    <a:pt x="231316" y="423559"/>
                  </a:cubicBezTo>
                  <a:lnTo>
                    <a:pt x="168273" y="423559"/>
                  </a:lnTo>
                  <a:cubicBezTo>
                    <a:pt x="123644" y="423559"/>
                    <a:pt x="80843" y="405830"/>
                    <a:pt x="49286" y="374273"/>
                  </a:cubicBezTo>
                  <a:cubicBezTo>
                    <a:pt x="17729" y="342716"/>
                    <a:pt x="0" y="299915"/>
                    <a:pt x="0" y="255286"/>
                  </a:cubicBezTo>
                  <a:lnTo>
                    <a:pt x="0" y="168273"/>
                  </a:lnTo>
                  <a:cubicBezTo>
                    <a:pt x="0" y="123644"/>
                    <a:pt x="17729" y="80843"/>
                    <a:pt x="49286" y="49286"/>
                  </a:cubicBezTo>
                  <a:cubicBezTo>
                    <a:pt x="80843" y="17729"/>
                    <a:pt x="123644" y="0"/>
                    <a:pt x="168273" y="0"/>
                  </a:cubicBez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9958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38089" y="5989734"/>
            <a:ext cx="539157" cy="571500"/>
            <a:chOff x="0" y="0"/>
            <a:chExt cx="399589" cy="4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9589" cy="423559"/>
            </a:xfrm>
            <a:custGeom>
              <a:avLst/>
              <a:gdLst/>
              <a:ahLst/>
              <a:cxnLst/>
              <a:rect r="r" b="b" t="t" l="l"/>
              <a:pathLst>
                <a:path h="423559" w="399589">
                  <a:moveTo>
                    <a:pt x="168273" y="0"/>
                  </a:moveTo>
                  <a:lnTo>
                    <a:pt x="231316" y="0"/>
                  </a:lnTo>
                  <a:cubicBezTo>
                    <a:pt x="275945" y="0"/>
                    <a:pt x="318746" y="17729"/>
                    <a:pt x="350303" y="49286"/>
                  </a:cubicBezTo>
                  <a:cubicBezTo>
                    <a:pt x="381860" y="80843"/>
                    <a:pt x="399589" y="123644"/>
                    <a:pt x="399589" y="168273"/>
                  </a:cubicBezTo>
                  <a:lnTo>
                    <a:pt x="399589" y="255286"/>
                  </a:lnTo>
                  <a:cubicBezTo>
                    <a:pt x="399589" y="348221"/>
                    <a:pt x="324251" y="423559"/>
                    <a:pt x="231316" y="423559"/>
                  </a:cubicBezTo>
                  <a:lnTo>
                    <a:pt x="168273" y="423559"/>
                  </a:lnTo>
                  <a:cubicBezTo>
                    <a:pt x="123644" y="423559"/>
                    <a:pt x="80843" y="405830"/>
                    <a:pt x="49286" y="374273"/>
                  </a:cubicBezTo>
                  <a:cubicBezTo>
                    <a:pt x="17729" y="342716"/>
                    <a:pt x="0" y="299915"/>
                    <a:pt x="0" y="255286"/>
                  </a:cubicBezTo>
                  <a:lnTo>
                    <a:pt x="0" y="168273"/>
                  </a:lnTo>
                  <a:cubicBezTo>
                    <a:pt x="0" y="123644"/>
                    <a:pt x="17729" y="80843"/>
                    <a:pt x="49286" y="49286"/>
                  </a:cubicBezTo>
                  <a:cubicBezTo>
                    <a:pt x="80843" y="17729"/>
                    <a:pt x="123644" y="0"/>
                    <a:pt x="168273" y="0"/>
                  </a:cubicBez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39958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52836" y="3006345"/>
            <a:ext cx="5345428" cy="534542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4833" y="0"/>
                  </a:moveTo>
                  <a:lnTo>
                    <a:pt x="667967" y="0"/>
                  </a:lnTo>
                  <a:cubicBezTo>
                    <a:pt x="747956" y="0"/>
                    <a:pt x="812800" y="64844"/>
                    <a:pt x="812800" y="144833"/>
                  </a:cubicBezTo>
                  <a:lnTo>
                    <a:pt x="812800" y="667967"/>
                  </a:lnTo>
                  <a:cubicBezTo>
                    <a:pt x="812800" y="747956"/>
                    <a:pt x="747956" y="812800"/>
                    <a:pt x="667967" y="812800"/>
                  </a:cubicBezTo>
                  <a:lnTo>
                    <a:pt x="144833" y="812800"/>
                  </a:lnTo>
                  <a:cubicBezTo>
                    <a:pt x="64844" y="812800"/>
                    <a:pt x="0" y="747956"/>
                    <a:pt x="0" y="667967"/>
                  </a:cubicBezTo>
                  <a:lnTo>
                    <a:pt x="0" y="144833"/>
                  </a:lnTo>
                  <a:cubicBezTo>
                    <a:pt x="0" y="64844"/>
                    <a:pt x="64844" y="0"/>
                    <a:pt x="14483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95250" cap="rnd">
              <a:solidFill>
                <a:srgbClr val="00E5FF"/>
              </a:solidFill>
              <a:prstDash val="lgDash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232692" y="798161"/>
            <a:ext cx="7821309" cy="1347529"/>
            <a:chOff x="0" y="0"/>
            <a:chExt cx="2059933" cy="354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65353" y="2002151"/>
            <a:ext cx="191828" cy="191828"/>
            <a:chOff x="0" y="0"/>
            <a:chExt cx="423559" cy="4235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29512" y="2049776"/>
            <a:ext cx="191828" cy="191828"/>
            <a:chOff x="0" y="0"/>
            <a:chExt cx="423559" cy="4235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65353" y="702247"/>
            <a:ext cx="191828" cy="191828"/>
            <a:chOff x="0" y="0"/>
            <a:chExt cx="423559" cy="423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29512" y="702247"/>
            <a:ext cx="191828" cy="191828"/>
            <a:chOff x="0" y="0"/>
            <a:chExt cx="423559" cy="4235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923462" y="6616161"/>
            <a:ext cx="7245350" cy="1471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Full-stack developer: designed database, backend logic, UI, and management features. Stack: HTML, CSS, JavaScript, PHP, MySQL — role-based access, CRUD operations, responsive design. Result: Demonstrates ability to build complete multi-role management workflows with practical, real-world functionality.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23462" y="3507836"/>
            <a:ext cx="5493708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00B5E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Project Goal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3462" y="5935441"/>
            <a:ext cx="5493708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00B5E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Role, Method &amp; Result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23462" y="4190779"/>
            <a:ext cx="7245350" cy="1176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8"/>
              </a:lnSpc>
              <a:spcBef>
                <a:spcPct val="0"/>
              </a:spcBef>
            </a:pPr>
            <a:r>
              <a:rPr lang="en-US" sz="1684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Centralize management of students, servants, parents, attendance, and educational activities for a church deacons school. Built as a complete multi-role web platform with real-world functionality and user authentication.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32692" y="951876"/>
            <a:ext cx="7821309" cy="593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68"/>
              </a:lnSpc>
              <a:spcBef>
                <a:spcPct val="0"/>
              </a:spcBef>
            </a:pPr>
            <a:r>
              <a:rPr lang="en-US" b="true" sz="3263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Deacons School Management System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464532" y="687384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0" y="0"/>
                </a:moveTo>
                <a:lnTo>
                  <a:pt x="973165" y="0"/>
                </a:lnTo>
                <a:lnTo>
                  <a:pt x="973165" y="1652934"/>
                </a:lnTo>
                <a:lnTo>
                  <a:pt x="0" y="165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3911916" y="687384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973165" y="0"/>
                </a:moveTo>
                <a:lnTo>
                  <a:pt x="0" y="0"/>
                </a:lnTo>
                <a:lnTo>
                  <a:pt x="0" y="1652934"/>
                </a:lnTo>
                <a:lnTo>
                  <a:pt x="973165" y="1652934"/>
                </a:lnTo>
                <a:lnTo>
                  <a:pt x="97316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052591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0" y="0"/>
                </a:moveTo>
                <a:lnTo>
                  <a:pt x="6101547" y="0"/>
                </a:lnTo>
                <a:lnTo>
                  <a:pt x="6101547" y="5110259"/>
                </a:lnTo>
                <a:lnTo>
                  <a:pt x="0" y="5110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0">
            <a:off x="-2868552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6101547" y="0"/>
                </a:moveTo>
                <a:lnTo>
                  <a:pt x="0" y="0"/>
                </a:lnTo>
                <a:lnTo>
                  <a:pt x="0" y="5110259"/>
                </a:lnTo>
                <a:lnTo>
                  <a:pt x="6101547" y="5110259"/>
                </a:lnTo>
                <a:lnTo>
                  <a:pt x="610154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1895808" y="687384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7"/>
                </a:lnTo>
                <a:lnTo>
                  <a:pt x="0" y="171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223976" y="702247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7"/>
                </a:lnTo>
                <a:lnTo>
                  <a:pt x="0" y="171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683957" y="9107622"/>
            <a:ext cx="4920086" cy="301355"/>
          </a:xfrm>
          <a:custGeom>
            <a:avLst/>
            <a:gdLst/>
            <a:ahLst/>
            <a:cxnLst/>
            <a:rect r="r" b="b" t="t" l="l"/>
            <a:pathLst>
              <a:path h="301355" w="4920086">
                <a:moveTo>
                  <a:pt x="0" y="0"/>
                </a:moveTo>
                <a:lnTo>
                  <a:pt x="4920086" y="0"/>
                </a:lnTo>
                <a:lnTo>
                  <a:pt x="4920086" y="301356"/>
                </a:lnTo>
                <a:lnTo>
                  <a:pt x="0" y="3013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38089" y="3562129"/>
            <a:ext cx="539157" cy="571500"/>
            <a:chOff x="0" y="0"/>
            <a:chExt cx="399589" cy="423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9589" cy="423559"/>
            </a:xfrm>
            <a:custGeom>
              <a:avLst/>
              <a:gdLst/>
              <a:ahLst/>
              <a:cxnLst/>
              <a:rect r="r" b="b" t="t" l="l"/>
              <a:pathLst>
                <a:path h="423559" w="399589">
                  <a:moveTo>
                    <a:pt x="168273" y="0"/>
                  </a:moveTo>
                  <a:lnTo>
                    <a:pt x="231316" y="0"/>
                  </a:lnTo>
                  <a:cubicBezTo>
                    <a:pt x="275945" y="0"/>
                    <a:pt x="318746" y="17729"/>
                    <a:pt x="350303" y="49286"/>
                  </a:cubicBezTo>
                  <a:cubicBezTo>
                    <a:pt x="381860" y="80843"/>
                    <a:pt x="399589" y="123644"/>
                    <a:pt x="399589" y="168273"/>
                  </a:cubicBezTo>
                  <a:lnTo>
                    <a:pt x="399589" y="255286"/>
                  </a:lnTo>
                  <a:cubicBezTo>
                    <a:pt x="399589" y="348221"/>
                    <a:pt x="324251" y="423559"/>
                    <a:pt x="231316" y="423559"/>
                  </a:cubicBezTo>
                  <a:lnTo>
                    <a:pt x="168273" y="423559"/>
                  </a:lnTo>
                  <a:cubicBezTo>
                    <a:pt x="123644" y="423559"/>
                    <a:pt x="80843" y="405830"/>
                    <a:pt x="49286" y="374273"/>
                  </a:cubicBezTo>
                  <a:cubicBezTo>
                    <a:pt x="17729" y="342716"/>
                    <a:pt x="0" y="299915"/>
                    <a:pt x="0" y="255286"/>
                  </a:cubicBezTo>
                  <a:lnTo>
                    <a:pt x="0" y="168273"/>
                  </a:lnTo>
                  <a:cubicBezTo>
                    <a:pt x="0" y="123644"/>
                    <a:pt x="17729" y="80843"/>
                    <a:pt x="49286" y="49286"/>
                  </a:cubicBezTo>
                  <a:cubicBezTo>
                    <a:pt x="80843" y="17729"/>
                    <a:pt x="123644" y="0"/>
                    <a:pt x="168273" y="0"/>
                  </a:cubicBez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9958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38089" y="5989734"/>
            <a:ext cx="539157" cy="571500"/>
            <a:chOff x="0" y="0"/>
            <a:chExt cx="399589" cy="4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9589" cy="423559"/>
            </a:xfrm>
            <a:custGeom>
              <a:avLst/>
              <a:gdLst/>
              <a:ahLst/>
              <a:cxnLst/>
              <a:rect r="r" b="b" t="t" l="l"/>
              <a:pathLst>
                <a:path h="423559" w="399589">
                  <a:moveTo>
                    <a:pt x="168273" y="0"/>
                  </a:moveTo>
                  <a:lnTo>
                    <a:pt x="231316" y="0"/>
                  </a:lnTo>
                  <a:cubicBezTo>
                    <a:pt x="275945" y="0"/>
                    <a:pt x="318746" y="17729"/>
                    <a:pt x="350303" y="49286"/>
                  </a:cubicBezTo>
                  <a:cubicBezTo>
                    <a:pt x="381860" y="80843"/>
                    <a:pt x="399589" y="123644"/>
                    <a:pt x="399589" y="168273"/>
                  </a:cubicBezTo>
                  <a:lnTo>
                    <a:pt x="399589" y="255286"/>
                  </a:lnTo>
                  <a:cubicBezTo>
                    <a:pt x="399589" y="348221"/>
                    <a:pt x="324251" y="423559"/>
                    <a:pt x="231316" y="423559"/>
                  </a:cubicBezTo>
                  <a:lnTo>
                    <a:pt x="168273" y="423559"/>
                  </a:lnTo>
                  <a:cubicBezTo>
                    <a:pt x="123644" y="423559"/>
                    <a:pt x="80843" y="405830"/>
                    <a:pt x="49286" y="374273"/>
                  </a:cubicBezTo>
                  <a:cubicBezTo>
                    <a:pt x="17729" y="342716"/>
                    <a:pt x="0" y="299915"/>
                    <a:pt x="0" y="255286"/>
                  </a:cubicBezTo>
                  <a:lnTo>
                    <a:pt x="0" y="168273"/>
                  </a:lnTo>
                  <a:cubicBezTo>
                    <a:pt x="0" y="123644"/>
                    <a:pt x="17729" y="80843"/>
                    <a:pt x="49286" y="49286"/>
                  </a:cubicBezTo>
                  <a:cubicBezTo>
                    <a:pt x="80843" y="17729"/>
                    <a:pt x="123644" y="0"/>
                    <a:pt x="168273" y="0"/>
                  </a:cubicBez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39958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52836" y="3006345"/>
            <a:ext cx="5345428" cy="534542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4833" y="0"/>
                  </a:moveTo>
                  <a:lnTo>
                    <a:pt x="667967" y="0"/>
                  </a:lnTo>
                  <a:cubicBezTo>
                    <a:pt x="747956" y="0"/>
                    <a:pt x="812800" y="64844"/>
                    <a:pt x="812800" y="144833"/>
                  </a:cubicBezTo>
                  <a:lnTo>
                    <a:pt x="812800" y="667967"/>
                  </a:lnTo>
                  <a:cubicBezTo>
                    <a:pt x="812800" y="747956"/>
                    <a:pt x="747956" y="812800"/>
                    <a:pt x="667967" y="812800"/>
                  </a:cubicBezTo>
                  <a:lnTo>
                    <a:pt x="144833" y="812800"/>
                  </a:lnTo>
                  <a:cubicBezTo>
                    <a:pt x="64844" y="812800"/>
                    <a:pt x="0" y="747956"/>
                    <a:pt x="0" y="667967"/>
                  </a:cubicBezTo>
                  <a:lnTo>
                    <a:pt x="0" y="144833"/>
                  </a:lnTo>
                  <a:cubicBezTo>
                    <a:pt x="0" y="64844"/>
                    <a:pt x="64844" y="0"/>
                    <a:pt x="14483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95250" cap="rnd">
              <a:solidFill>
                <a:srgbClr val="00E5FF"/>
              </a:solidFill>
              <a:prstDash val="lgDash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232692" y="798161"/>
            <a:ext cx="7821309" cy="1347529"/>
            <a:chOff x="0" y="0"/>
            <a:chExt cx="2059933" cy="354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65353" y="2002151"/>
            <a:ext cx="191828" cy="191828"/>
            <a:chOff x="0" y="0"/>
            <a:chExt cx="423559" cy="4235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29512" y="2049776"/>
            <a:ext cx="191828" cy="191828"/>
            <a:chOff x="0" y="0"/>
            <a:chExt cx="423559" cy="4235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65353" y="702247"/>
            <a:ext cx="191828" cy="191828"/>
            <a:chOff x="0" y="0"/>
            <a:chExt cx="423559" cy="423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29512" y="702247"/>
            <a:ext cx="191828" cy="191828"/>
            <a:chOff x="0" y="0"/>
            <a:chExt cx="423559" cy="4235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923462" y="6606636"/>
            <a:ext cx="7245350" cy="157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3"/>
              </a:lnSpc>
              <a:spcBef>
                <a:spcPct val="0"/>
              </a:spcBef>
            </a:pPr>
            <a:r>
              <a:rPr lang="en-US" sz="1816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Built with HTML, CSS, JavaScript, PHP, and MySQL. Features responsive Arabic RTL interface, role-based access, and CRUD operations. Demonstrates ability to build culturally appropriate, practical community solutions.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23462" y="3507836"/>
            <a:ext cx="5493708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00B5E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Goal &amp; Role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3462" y="5935441"/>
            <a:ext cx="5493708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00B5E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Method &amp; Result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23462" y="4181254"/>
            <a:ext cx="7245350" cy="125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3"/>
              </a:lnSpc>
              <a:spcBef>
                <a:spcPct val="0"/>
              </a:spcBef>
            </a:pPr>
            <a:r>
              <a:rPr lang="en-US" sz="1816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Develop a user-friendly church management system with full Arabic RTL support. Served as full-stack developer focusing on Arabic localization, RTL design, and responsive layout for community use.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32692" y="923301"/>
            <a:ext cx="7821309" cy="78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63"/>
              </a:lnSpc>
              <a:spcBef>
                <a:spcPct val="0"/>
              </a:spcBef>
            </a:pPr>
            <a:r>
              <a:rPr lang="en-US" b="true" sz="4331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Church Management Project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464532" y="687384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0" y="0"/>
                </a:moveTo>
                <a:lnTo>
                  <a:pt x="973165" y="0"/>
                </a:lnTo>
                <a:lnTo>
                  <a:pt x="973165" y="1652934"/>
                </a:lnTo>
                <a:lnTo>
                  <a:pt x="0" y="165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3911916" y="687384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973165" y="0"/>
                </a:moveTo>
                <a:lnTo>
                  <a:pt x="0" y="0"/>
                </a:lnTo>
                <a:lnTo>
                  <a:pt x="0" y="1652934"/>
                </a:lnTo>
                <a:lnTo>
                  <a:pt x="973165" y="1652934"/>
                </a:lnTo>
                <a:lnTo>
                  <a:pt x="97316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052591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0" y="0"/>
                </a:moveTo>
                <a:lnTo>
                  <a:pt x="6101547" y="0"/>
                </a:lnTo>
                <a:lnTo>
                  <a:pt x="6101547" y="5110259"/>
                </a:lnTo>
                <a:lnTo>
                  <a:pt x="0" y="5110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0">
            <a:off x="-2868552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6101547" y="0"/>
                </a:moveTo>
                <a:lnTo>
                  <a:pt x="0" y="0"/>
                </a:lnTo>
                <a:lnTo>
                  <a:pt x="0" y="5110259"/>
                </a:lnTo>
                <a:lnTo>
                  <a:pt x="6101547" y="5110259"/>
                </a:lnTo>
                <a:lnTo>
                  <a:pt x="610154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1895808" y="687384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7"/>
                </a:lnTo>
                <a:lnTo>
                  <a:pt x="0" y="171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223976" y="702247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7"/>
                </a:lnTo>
                <a:lnTo>
                  <a:pt x="0" y="171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683957" y="9107622"/>
            <a:ext cx="4920086" cy="301355"/>
          </a:xfrm>
          <a:custGeom>
            <a:avLst/>
            <a:gdLst/>
            <a:ahLst/>
            <a:cxnLst/>
            <a:rect r="r" b="b" t="t" l="l"/>
            <a:pathLst>
              <a:path h="301355" w="4920086">
                <a:moveTo>
                  <a:pt x="0" y="0"/>
                </a:moveTo>
                <a:lnTo>
                  <a:pt x="4920086" y="0"/>
                </a:lnTo>
                <a:lnTo>
                  <a:pt x="4920086" y="301356"/>
                </a:lnTo>
                <a:lnTo>
                  <a:pt x="0" y="3013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38089" y="3562129"/>
            <a:ext cx="539157" cy="571500"/>
            <a:chOff x="0" y="0"/>
            <a:chExt cx="399589" cy="423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9589" cy="423559"/>
            </a:xfrm>
            <a:custGeom>
              <a:avLst/>
              <a:gdLst/>
              <a:ahLst/>
              <a:cxnLst/>
              <a:rect r="r" b="b" t="t" l="l"/>
              <a:pathLst>
                <a:path h="423559" w="399589">
                  <a:moveTo>
                    <a:pt x="168273" y="0"/>
                  </a:moveTo>
                  <a:lnTo>
                    <a:pt x="231316" y="0"/>
                  </a:lnTo>
                  <a:cubicBezTo>
                    <a:pt x="275945" y="0"/>
                    <a:pt x="318746" y="17729"/>
                    <a:pt x="350303" y="49286"/>
                  </a:cubicBezTo>
                  <a:cubicBezTo>
                    <a:pt x="381860" y="80843"/>
                    <a:pt x="399589" y="123644"/>
                    <a:pt x="399589" y="168273"/>
                  </a:cubicBezTo>
                  <a:lnTo>
                    <a:pt x="399589" y="255286"/>
                  </a:lnTo>
                  <a:cubicBezTo>
                    <a:pt x="399589" y="348221"/>
                    <a:pt x="324251" y="423559"/>
                    <a:pt x="231316" y="423559"/>
                  </a:cubicBezTo>
                  <a:lnTo>
                    <a:pt x="168273" y="423559"/>
                  </a:lnTo>
                  <a:cubicBezTo>
                    <a:pt x="123644" y="423559"/>
                    <a:pt x="80843" y="405830"/>
                    <a:pt x="49286" y="374273"/>
                  </a:cubicBezTo>
                  <a:cubicBezTo>
                    <a:pt x="17729" y="342716"/>
                    <a:pt x="0" y="299915"/>
                    <a:pt x="0" y="255286"/>
                  </a:cubicBezTo>
                  <a:lnTo>
                    <a:pt x="0" y="168273"/>
                  </a:lnTo>
                  <a:cubicBezTo>
                    <a:pt x="0" y="123644"/>
                    <a:pt x="17729" y="80843"/>
                    <a:pt x="49286" y="49286"/>
                  </a:cubicBezTo>
                  <a:cubicBezTo>
                    <a:pt x="80843" y="17729"/>
                    <a:pt x="123644" y="0"/>
                    <a:pt x="168273" y="0"/>
                  </a:cubicBez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9958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38089" y="5989734"/>
            <a:ext cx="539157" cy="571500"/>
            <a:chOff x="0" y="0"/>
            <a:chExt cx="399589" cy="4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9589" cy="423559"/>
            </a:xfrm>
            <a:custGeom>
              <a:avLst/>
              <a:gdLst/>
              <a:ahLst/>
              <a:cxnLst/>
              <a:rect r="r" b="b" t="t" l="l"/>
              <a:pathLst>
                <a:path h="423559" w="399589">
                  <a:moveTo>
                    <a:pt x="168273" y="0"/>
                  </a:moveTo>
                  <a:lnTo>
                    <a:pt x="231316" y="0"/>
                  </a:lnTo>
                  <a:cubicBezTo>
                    <a:pt x="275945" y="0"/>
                    <a:pt x="318746" y="17729"/>
                    <a:pt x="350303" y="49286"/>
                  </a:cubicBezTo>
                  <a:cubicBezTo>
                    <a:pt x="381860" y="80843"/>
                    <a:pt x="399589" y="123644"/>
                    <a:pt x="399589" y="168273"/>
                  </a:cubicBezTo>
                  <a:lnTo>
                    <a:pt x="399589" y="255286"/>
                  </a:lnTo>
                  <a:cubicBezTo>
                    <a:pt x="399589" y="348221"/>
                    <a:pt x="324251" y="423559"/>
                    <a:pt x="231316" y="423559"/>
                  </a:cubicBezTo>
                  <a:lnTo>
                    <a:pt x="168273" y="423559"/>
                  </a:lnTo>
                  <a:cubicBezTo>
                    <a:pt x="123644" y="423559"/>
                    <a:pt x="80843" y="405830"/>
                    <a:pt x="49286" y="374273"/>
                  </a:cubicBezTo>
                  <a:cubicBezTo>
                    <a:pt x="17729" y="342716"/>
                    <a:pt x="0" y="299915"/>
                    <a:pt x="0" y="255286"/>
                  </a:cubicBezTo>
                  <a:lnTo>
                    <a:pt x="0" y="168273"/>
                  </a:lnTo>
                  <a:cubicBezTo>
                    <a:pt x="0" y="123644"/>
                    <a:pt x="17729" y="80843"/>
                    <a:pt x="49286" y="49286"/>
                  </a:cubicBezTo>
                  <a:cubicBezTo>
                    <a:pt x="80843" y="17729"/>
                    <a:pt x="123644" y="0"/>
                    <a:pt x="168273" y="0"/>
                  </a:cubicBez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39958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52836" y="3006345"/>
            <a:ext cx="5345428" cy="534542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4833" y="0"/>
                  </a:moveTo>
                  <a:lnTo>
                    <a:pt x="667967" y="0"/>
                  </a:lnTo>
                  <a:cubicBezTo>
                    <a:pt x="747956" y="0"/>
                    <a:pt x="812800" y="64844"/>
                    <a:pt x="812800" y="144833"/>
                  </a:cubicBezTo>
                  <a:lnTo>
                    <a:pt x="812800" y="667967"/>
                  </a:lnTo>
                  <a:cubicBezTo>
                    <a:pt x="812800" y="747956"/>
                    <a:pt x="747956" y="812800"/>
                    <a:pt x="667967" y="812800"/>
                  </a:cubicBezTo>
                  <a:lnTo>
                    <a:pt x="144833" y="812800"/>
                  </a:lnTo>
                  <a:cubicBezTo>
                    <a:pt x="64844" y="812800"/>
                    <a:pt x="0" y="747956"/>
                    <a:pt x="0" y="667967"/>
                  </a:cubicBezTo>
                  <a:lnTo>
                    <a:pt x="0" y="144833"/>
                  </a:lnTo>
                  <a:cubicBezTo>
                    <a:pt x="0" y="64844"/>
                    <a:pt x="64844" y="0"/>
                    <a:pt x="14483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95250" cap="rnd">
              <a:solidFill>
                <a:srgbClr val="00E5FF"/>
              </a:solidFill>
              <a:prstDash val="lgDash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232692" y="798161"/>
            <a:ext cx="7821309" cy="1347529"/>
            <a:chOff x="0" y="0"/>
            <a:chExt cx="2059933" cy="354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65353" y="2002151"/>
            <a:ext cx="191828" cy="191828"/>
            <a:chOff x="0" y="0"/>
            <a:chExt cx="423559" cy="4235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29512" y="2049776"/>
            <a:ext cx="191828" cy="191828"/>
            <a:chOff x="0" y="0"/>
            <a:chExt cx="423559" cy="4235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65353" y="702247"/>
            <a:ext cx="191828" cy="191828"/>
            <a:chOff x="0" y="0"/>
            <a:chExt cx="423559" cy="423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29512" y="702247"/>
            <a:ext cx="191828" cy="191828"/>
            <a:chOff x="0" y="0"/>
            <a:chExt cx="423559" cy="4235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923462" y="6606636"/>
            <a:ext cx="7245350" cy="157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3"/>
              </a:lnSpc>
              <a:spcBef>
                <a:spcPct val="0"/>
              </a:spcBef>
            </a:pPr>
            <a:r>
              <a:rPr lang="en-US" sz="1816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Built with PHP, Laravel, MySQL, HTML, CSS, and JavaScript. Implemented scalable MVC structure, Eloquent ORM for database operations, and Blade for dynamic views. Result: Demonstrates strong Laravel proficiency and ability to build scalable, real-world web applications.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23462" y="3507836"/>
            <a:ext cx="5493708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00B5E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Goal &amp; Role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3462" y="5935441"/>
            <a:ext cx="5493708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00B5E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Method &amp; Result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23462" y="4181254"/>
            <a:ext cx="7245350" cy="1573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43"/>
              </a:lnSpc>
              <a:spcBef>
                <a:spcPct val="0"/>
              </a:spcBef>
            </a:pPr>
            <a:r>
              <a:rPr lang="en-US" sz="1816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Build a functional e-commerce platform demonstrating Laravel skills. Served as backend and frontend developer — handling product management, user authentication, and UI design using MVC architecture, Eloquent ORM, and Blade templating.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32692" y="923301"/>
            <a:ext cx="7821309" cy="79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07"/>
              </a:lnSpc>
              <a:spcBef>
                <a:spcPct val="0"/>
              </a:spcBef>
            </a:pPr>
            <a:r>
              <a:rPr lang="en-US" b="true" sz="4362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Laravel E-Commerce Project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464532" y="687384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0" y="0"/>
                </a:moveTo>
                <a:lnTo>
                  <a:pt x="973165" y="0"/>
                </a:lnTo>
                <a:lnTo>
                  <a:pt x="973165" y="1652934"/>
                </a:lnTo>
                <a:lnTo>
                  <a:pt x="0" y="165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3911916" y="687384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973165" y="0"/>
                </a:moveTo>
                <a:lnTo>
                  <a:pt x="0" y="0"/>
                </a:lnTo>
                <a:lnTo>
                  <a:pt x="0" y="1652934"/>
                </a:lnTo>
                <a:lnTo>
                  <a:pt x="973165" y="1652934"/>
                </a:lnTo>
                <a:lnTo>
                  <a:pt x="97316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052591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0" y="0"/>
                </a:moveTo>
                <a:lnTo>
                  <a:pt x="6101547" y="0"/>
                </a:lnTo>
                <a:lnTo>
                  <a:pt x="6101547" y="5110259"/>
                </a:lnTo>
                <a:lnTo>
                  <a:pt x="0" y="5110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0">
            <a:off x="-2868552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6101547" y="0"/>
                </a:moveTo>
                <a:lnTo>
                  <a:pt x="0" y="0"/>
                </a:lnTo>
                <a:lnTo>
                  <a:pt x="0" y="5110259"/>
                </a:lnTo>
                <a:lnTo>
                  <a:pt x="6101547" y="5110259"/>
                </a:lnTo>
                <a:lnTo>
                  <a:pt x="610154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1895808" y="687384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7"/>
                </a:lnTo>
                <a:lnTo>
                  <a:pt x="0" y="171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223976" y="702247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7"/>
                </a:lnTo>
                <a:lnTo>
                  <a:pt x="0" y="171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683957" y="9107622"/>
            <a:ext cx="4920086" cy="301355"/>
          </a:xfrm>
          <a:custGeom>
            <a:avLst/>
            <a:gdLst/>
            <a:ahLst/>
            <a:cxnLst/>
            <a:rect r="r" b="b" t="t" l="l"/>
            <a:pathLst>
              <a:path h="301355" w="4920086">
                <a:moveTo>
                  <a:pt x="0" y="0"/>
                </a:moveTo>
                <a:lnTo>
                  <a:pt x="4920086" y="0"/>
                </a:lnTo>
                <a:lnTo>
                  <a:pt x="4920086" y="301356"/>
                </a:lnTo>
                <a:lnTo>
                  <a:pt x="0" y="3013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38089" y="3562129"/>
            <a:ext cx="539157" cy="571500"/>
            <a:chOff x="0" y="0"/>
            <a:chExt cx="399589" cy="4235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9589" cy="423559"/>
            </a:xfrm>
            <a:custGeom>
              <a:avLst/>
              <a:gdLst/>
              <a:ahLst/>
              <a:cxnLst/>
              <a:rect r="r" b="b" t="t" l="l"/>
              <a:pathLst>
                <a:path h="423559" w="399589">
                  <a:moveTo>
                    <a:pt x="168273" y="0"/>
                  </a:moveTo>
                  <a:lnTo>
                    <a:pt x="231316" y="0"/>
                  </a:lnTo>
                  <a:cubicBezTo>
                    <a:pt x="275945" y="0"/>
                    <a:pt x="318746" y="17729"/>
                    <a:pt x="350303" y="49286"/>
                  </a:cubicBezTo>
                  <a:cubicBezTo>
                    <a:pt x="381860" y="80843"/>
                    <a:pt x="399589" y="123644"/>
                    <a:pt x="399589" y="168273"/>
                  </a:cubicBezTo>
                  <a:lnTo>
                    <a:pt x="399589" y="255286"/>
                  </a:lnTo>
                  <a:cubicBezTo>
                    <a:pt x="399589" y="348221"/>
                    <a:pt x="324251" y="423559"/>
                    <a:pt x="231316" y="423559"/>
                  </a:cubicBezTo>
                  <a:lnTo>
                    <a:pt x="168273" y="423559"/>
                  </a:lnTo>
                  <a:cubicBezTo>
                    <a:pt x="123644" y="423559"/>
                    <a:pt x="80843" y="405830"/>
                    <a:pt x="49286" y="374273"/>
                  </a:cubicBezTo>
                  <a:cubicBezTo>
                    <a:pt x="17729" y="342716"/>
                    <a:pt x="0" y="299915"/>
                    <a:pt x="0" y="255286"/>
                  </a:cubicBezTo>
                  <a:lnTo>
                    <a:pt x="0" y="168273"/>
                  </a:lnTo>
                  <a:cubicBezTo>
                    <a:pt x="0" y="123644"/>
                    <a:pt x="17729" y="80843"/>
                    <a:pt x="49286" y="49286"/>
                  </a:cubicBezTo>
                  <a:cubicBezTo>
                    <a:pt x="80843" y="17729"/>
                    <a:pt x="123644" y="0"/>
                    <a:pt x="168273" y="0"/>
                  </a:cubicBez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9958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38089" y="5989734"/>
            <a:ext cx="539157" cy="571500"/>
            <a:chOff x="0" y="0"/>
            <a:chExt cx="399589" cy="4235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9589" cy="423559"/>
            </a:xfrm>
            <a:custGeom>
              <a:avLst/>
              <a:gdLst/>
              <a:ahLst/>
              <a:cxnLst/>
              <a:rect r="r" b="b" t="t" l="l"/>
              <a:pathLst>
                <a:path h="423559" w="399589">
                  <a:moveTo>
                    <a:pt x="168273" y="0"/>
                  </a:moveTo>
                  <a:lnTo>
                    <a:pt x="231316" y="0"/>
                  </a:lnTo>
                  <a:cubicBezTo>
                    <a:pt x="275945" y="0"/>
                    <a:pt x="318746" y="17729"/>
                    <a:pt x="350303" y="49286"/>
                  </a:cubicBezTo>
                  <a:cubicBezTo>
                    <a:pt x="381860" y="80843"/>
                    <a:pt x="399589" y="123644"/>
                    <a:pt x="399589" y="168273"/>
                  </a:cubicBezTo>
                  <a:lnTo>
                    <a:pt x="399589" y="255286"/>
                  </a:lnTo>
                  <a:cubicBezTo>
                    <a:pt x="399589" y="348221"/>
                    <a:pt x="324251" y="423559"/>
                    <a:pt x="231316" y="423559"/>
                  </a:cubicBezTo>
                  <a:lnTo>
                    <a:pt x="168273" y="423559"/>
                  </a:lnTo>
                  <a:cubicBezTo>
                    <a:pt x="123644" y="423559"/>
                    <a:pt x="80843" y="405830"/>
                    <a:pt x="49286" y="374273"/>
                  </a:cubicBezTo>
                  <a:cubicBezTo>
                    <a:pt x="17729" y="342716"/>
                    <a:pt x="0" y="299915"/>
                    <a:pt x="0" y="255286"/>
                  </a:cubicBezTo>
                  <a:lnTo>
                    <a:pt x="0" y="168273"/>
                  </a:lnTo>
                  <a:cubicBezTo>
                    <a:pt x="0" y="123644"/>
                    <a:pt x="17729" y="80843"/>
                    <a:pt x="49286" y="49286"/>
                  </a:cubicBezTo>
                  <a:cubicBezTo>
                    <a:pt x="80843" y="17729"/>
                    <a:pt x="123644" y="0"/>
                    <a:pt x="168273" y="0"/>
                  </a:cubicBez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399589" cy="49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52836" y="3006345"/>
            <a:ext cx="5345428" cy="534542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44833" y="0"/>
                  </a:moveTo>
                  <a:lnTo>
                    <a:pt x="667967" y="0"/>
                  </a:lnTo>
                  <a:cubicBezTo>
                    <a:pt x="747956" y="0"/>
                    <a:pt x="812800" y="64844"/>
                    <a:pt x="812800" y="144833"/>
                  </a:cubicBezTo>
                  <a:lnTo>
                    <a:pt x="812800" y="667967"/>
                  </a:lnTo>
                  <a:cubicBezTo>
                    <a:pt x="812800" y="747956"/>
                    <a:pt x="747956" y="812800"/>
                    <a:pt x="667967" y="812800"/>
                  </a:cubicBezTo>
                  <a:lnTo>
                    <a:pt x="144833" y="812800"/>
                  </a:lnTo>
                  <a:cubicBezTo>
                    <a:pt x="64844" y="812800"/>
                    <a:pt x="0" y="747956"/>
                    <a:pt x="0" y="667967"/>
                  </a:cubicBezTo>
                  <a:lnTo>
                    <a:pt x="0" y="144833"/>
                  </a:lnTo>
                  <a:cubicBezTo>
                    <a:pt x="0" y="64844"/>
                    <a:pt x="64844" y="0"/>
                    <a:pt x="14483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w="95250" cap="rnd">
              <a:solidFill>
                <a:srgbClr val="00E5FF"/>
              </a:solidFill>
              <a:prstDash val="lgDash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232692" y="798161"/>
            <a:ext cx="7821309" cy="1347529"/>
            <a:chOff x="0" y="0"/>
            <a:chExt cx="2059933" cy="35490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165353" y="2002151"/>
            <a:ext cx="191828" cy="191828"/>
            <a:chOff x="0" y="0"/>
            <a:chExt cx="423559" cy="4235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29512" y="2049776"/>
            <a:ext cx="191828" cy="191828"/>
            <a:chOff x="0" y="0"/>
            <a:chExt cx="423559" cy="4235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65353" y="702247"/>
            <a:ext cx="191828" cy="191828"/>
            <a:chOff x="0" y="0"/>
            <a:chExt cx="423559" cy="423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929512" y="702247"/>
            <a:ext cx="191828" cy="191828"/>
            <a:chOff x="0" y="0"/>
            <a:chExt cx="423559" cy="4235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2923462" y="6606636"/>
            <a:ext cx="7245350" cy="129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8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Built with PHP, MySQL, HTML, CSS, JavaScript. Implements core business logic, system navigation, and structured data organization. Demonstrates understanding of enterprise-level architecture and complex data workflows.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23462" y="3507836"/>
            <a:ext cx="5493708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00B5E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Goal &amp; Role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923462" y="5935441"/>
            <a:ext cx="5493708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6"/>
              </a:lnSpc>
              <a:spcBef>
                <a:spcPct val="0"/>
              </a:spcBef>
            </a:pPr>
            <a:r>
              <a:rPr lang="en-US" b="true" sz="3197">
                <a:solidFill>
                  <a:srgbClr val="00B5E3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Method &amp; Result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923462" y="4181254"/>
            <a:ext cx="7245350" cy="129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0"/>
              </a:lnSpc>
              <a:spcBef>
                <a:spcPct val="0"/>
              </a:spcBef>
            </a:pPr>
            <a:r>
              <a:rPr lang="en-US" sz="1828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Build a comprehensive system to manage business data, workflows, and operations. Designed database schema, implemented CRUD operations, and developed a clean dashboard interface for data entry and reporting.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32692" y="923301"/>
            <a:ext cx="7821309" cy="835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59"/>
              </a:lnSpc>
              <a:spcBef>
                <a:spcPct val="0"/>
              </a:spcBef>
            </a:pPr>
            <a:r>
              <a:rPr lang="en-US" b="true" sz="4613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ERP / Management System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3464532" y="687384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0" y="0"/>
                </a:moveTo>
                <a:lnTo>
                  <a:pt x="973165" y="0"/>
                </a:lnTo>
                <a:lnTo>
                  <a:pt x="973165" y="1652934"/>
                </a:lnTo>
                <a:lnTo>
                  <a:pt x="0" y="16529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3911916" y="687384"/>
            <a:ext cx="973165" cy="1652935"/>
          </a:xfrm>
          <a:custGeom>
            <a:avLst/>
            <a:gdLst/>
            <a:ahLst/>
            <a:cxnLst/>
            <a:rect r="r" b="b" t="t" l="l"/>
            <a:pathLst>
              <a:path h="1652935" w="973165">
                <a:moveTo>
                  <a:pt x="973165" y="0"/>
                </a:moveTo>
                <a:lnTo>
                  <a:pt x="0" y="0"/>
                </a:lnTo>
                <a:lnTo>
                  <a:pt x="0" y="1652934"/>
                </a:lnTo>
                <a:lnTo>
                  <a:pt x="973165" y="1652934"/>
                </a:lnTo>
                <a:lnTo>
                  <a:pt x="97316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052591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0" y="0"/>
                </a:moveTo>
                <a:lnTo>
                  <a:pt x="6101547" y="0"/>
                </a:lnTo>
                <a:lnTo>
                  <a:pt x="6101547" y="5110259"/>
                </a:lnTo>
                <a:lnTo>
                  <a:pt x="0" y="5110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0">
            <a:off x="-2868552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6101547" y="0"/>
                </a:moveTo>
                <a:lnTo>
                  <a:pt x="0" y="0"/>
                </a:lnTo>
                <a:lnTo>
                  <a:pt x="0" y="5110259"/>
                </a:lnTo>
                <a:lnTo>
                  <a:pt x="6101547" y="5110259"/>
                </a:lnTo>
                <a:lnTo>
                  <a:pt x="610154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1895808" y="687384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7"/>
                </a:lnTo>
                <a:lnTo>
                  <a:pt x="0" y="171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223976" y="702247"/>
            <a:ext cx="3959832" cy="1712627"/>
          </a:xfrm>
          <a:custGeom>
            <a:avLst/>
            <a:gdLst/>
            <a:ahLst/>
            <a:cxnLst/>
            <a:rect r="r" b="b" t="t" l="l"/>
            <a:pathLst>
              <a:path h="1712627" w="3959832">
                <a:moveTo>
                  <a:pt x="0" y="0"/>
                </a:moveTo>
                <a:lnTo>
                  <a:pt x="3959832" y="0"/>
                </a:lnTo>
                <a:lnTo>
                  <a:pt x="3959832" y="1712627"/>
                </a:lnTo>
                <a:lnTo>
                  <a:pt x="0" y="1712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683957" y="9107622"/>
            <a:ext cx="4920086" cy="301355"/>
          </a:xfrm>
          <a:custGeom>
            <a:avLst/>
            <a:gdLst/>
            <a:ahLst/>
            <a:cxnLst/>
            <a:rect r="r" b="b" t="t" l="l"/>
            <a:pathLst>
              <a:path h="301355" w="4920086">
                <a:moveTo>
                  <a:pt x="0" y="0"/>
                </a:moveTo>
                <a:lnTo>
                  <a:pt x="4920086" y="0"/>
                </a:lnTo>
                <a:lnTo>
                  <a:pt x="4920086" y="301356"/>
                </a:lnTo>
                <a:lnTo>
                  <a:pt x="0" y="3013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42919" y="4055151"/>
            <a:ext cx="2389774" cy="238977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431821" y="4708028"/>
            <a:ext cx="1167630" cy="1064806"/>
          </a:xfrm>
          <a:custGeom>
            <a:avLst/>
            <a:gdLst/>
            <a:ahLst/>
            <a:cxnLst/>
            <a:rect r="r" b="b" t="t" l="l"/>
            <a:pathLst>
              <a:path h="1064806" w="1167630">
                <a:moveTo>
                  <a:pt x="0" y="0"/>
                </a:moveTo>
                <a:lnTo>
                  <a:pt x="1167630" y="0"/>
                </a:lnTo>
                <a:lnTo>
                  <a:pt x="1167630" y="1064806"/>
                </a:lnTo>
                <a:lnTo>
                  <a:pt x="0" y="10648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900835" y="4055151"/>
            <a:ext cx="2389774" cy="23897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87883" y="3840453"/>
            <a:ext cx="2815679" cy="281567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507516" y="4823353"/>
            <a:ext cx="1215842" cy="936946"/>
          </a:xfrm>
          <a:custGeom>
            <a:avLst/>
            <a:gdLst/>
            <a:ahLst/>
            <a:cxnLst/>
            <a:rect r="r" b="b" t="t" l="l"/>
            <a:pathLst>
              <a:path h="936946" w="1215842">
                <a:moveTo>
                  <a:pt x="0" y="0"/>
                </a:moveTo>
                <a:lnTo>
                  <a:pt x="1215841" y="0"/>
                </a:lnTo>
                <a:lnTo>
                  <a:pt x="1215841" y="936946"/>
                </a:lnTo>
                <a:lnTo>
                  <a:pt x="0" y="9369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045293" y="4055151"/>
            <a:ext cx="2389774" cy="238977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E5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32340" y="3840453"/>
            <a:ext cx="2815679" cy="281567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226854" y="4465971"/>
            <a:ext cx="1754472" cy="1606546"/>
          </a:xfrm>
          <a:custGeom>
            <a:avLst/>
            <a:gdLst/>
            <a:ahLst/>
            <a:cxnLst/>
            <a:rect r="r" b="b" t="t" l="l"/>
            <a:pathLst>
              <a:path h="1606546" w="1754472">
                <a:moveTo>
                  <a:pt x="0" y="0"/>
                </a:moveTo>
                <a:lnTo>
                  <a:pt x="1754472" y="0"/>
                </a:lnTo>
                <a:lnTo>
                  <a:pt x="1754472" y="1606546"/>
                </a:lnTo>
                <a:lnTo>
                  <a:pt x="0" y="16065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5232692" y="1730260"/>
            <a:ext cx="7821309" cy="1347529"/>
            <a:chOff x="0" y="0"/>
            <a:chExt cx="2059933" cy="3549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59933" cy="354905"/>
            </a:xfrm>
            <a:custGeom>
              <a:avLst/>
              <a:gdLst/>
              <a:ahLst/>
              <a:cxnLst/>
              <a:rect r="r" b="b" t="t" l="l"/>
              <a:pathLst>
                <a:path h="354905" w="2059933">
                  <a:moveTo>
                    <a:pt x="0" y="0"/>
                  </a:moveTo>
                  <a:lnTo>
                    <a:pt x="2059933" y="0"/>
                  </a:lnTo>
                  <a:lnTo>
                    <a:pt x="205993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5993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65353" y="2934250"/>
            <a:ext cx="191828" cy="191828"/>
            <a:chOff x="0" y="0"/>
            <a:chExt cx="423559" cy="42355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929512" y="2981875"/>
            <a:ext cx="191828" cy="191828"/>
            <a:chOff x="0" y="0"/>
            <a:chExt cx="423559" cy="4235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65353" y="1634346"/>
            <a:ext cx="191828" cy="191828"/>
            <a:chOff x="0" y="0"/>
            <a:chExt cx="423559" cy="4235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929512" y="1634346"/>
            <a:ext cx="191828" cy="191828"/>
            <a:chOff x="0" y="0"/>
            <a:chExt cx="423559" cy="4235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629966" y="3840453"/>
            <a:ext cx="2815679" cy="281567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76200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true" flipV="true" rot="0">
            <a:off x="-2781182" y="-1860356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6101547" y="5110259"/>
                </a:moveTo>
                <a:lnTo>
                  <a:pt x="0" y="5110259"/>
                </a:lnTo>
                <a:lnTo>
                  <a:pt x="0" y="0"/>
                </a:lnTo>
                <a:lnTo>
                  <a:pt x="6101547" y="0"/>
                </a:lnTo>
                <a:lnTo>
                  <a:pt x="6101547" y="511025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5052591" y="7039755"/>
            <a:ext cx="6101547" cy="5110259"/>
          </a:xfrm>
          <a:custGeom>
            <a:avLst/>
            <a:gdLst/>
            <a:ahLst/>
            <a:cxnLst/>
            <a:rect r="r" b="b" t="t" l="l"/>
            <a:pathLst>
              <a:path h="5110259" w="6101547">
                <a:moveTo>
                  <a:pt x="0" y="0"/>
                </a:moveTo>
                <a:lnTo>
                  <a:pt x="6101547" y="0"/>
                </a:lnTo>
                <a:lnTo>
                  <a:pt x="6101547" y="5110259"/>
                </a:lnTo>
                <a:lnTo>
                  <a:pt x="0" y="51102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948756" y="-2574904"/>
            <a:ext cx="5737962" cy="5748607"/>
          </a:xfrm>
          <a:custGeom>
            <a:avLst/>
            <a:gdLst/>
            <a:ahLst/>
            <a:cxnLst/>
            <a:rect r="r" b="b" t="t" l="l"/>
            <a:pathLst>
              <a:path h="5748607" w="5737962">
                <a:moveTo>
                  <a:pt x="0" y="0"/>
                </a:moveTo>
                <a:lnTo>
                  <a:pt x="5737962" y="0"/>
                </a:lnTo>
                <a:lnTo>
                  <a:pt x="5737962" y="5748607"/>
                </a:lnTo>
                <a:lnTo>
                  <a:pt x="0" y="57486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28700" y="9243204"/>
            <a:ext cx="3009106" cy="481457"/>
          </a:xfrm>
          <a:custGeom>
            <a:avLst/>
            <a:gdLst/>
            <a:ahLst/>
            <a:cxnLst/>
            <a:rect r="r" b="b" t="t" l="l"/>
            <a:pathLst>
              <a:path h="481457" w="3009106">
                <a:moveTo>
                  <a:pt x="0" y="0"/>
                </a:moveTo>
                <a:lnTo>
                  <a:pt x="3009106" y="0"/>
                </a:lnTo>
                <a:lnTo>
                  <a:pt x="3009106" y="481457"/>
                </a:lnTo>
                <a:lnTo>
                  <a:pt x="0" y="4814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675127" y="6982605"/>
            <a:ext cx="4725031" cy="41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GitHub Profile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00592" y="7550295"/>
            <a:ext cx="4474427" cy="110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Explore repositories, open-source contributions, and real-world projects showcasing hands-on development skills and coding consistency.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81158" y="6982605"/>
            <a:ext cx="4725031" cy="41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Project Portfolio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87189" y="6982605"/>
            <a:ext cx="4725031" cy="415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E2E8F0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Code &amp; Collaboration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906950" y="7550295"/>
            <a:ext cx="4474427" cy="110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A curated collection of full-stack and web development projects demonstrating practical application of modern technologies and frameworks.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012981" y="7550295"/>
            <a:ext cx="4474427" cy="110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38"/>
              </a:lnSpc>
              <a:spcBef>
                <a:spcPct val="0"/>
              </a:spcBef>
            </a:pPr>
            <a:r>
              <a:rPr lang="en-US" sz="1598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Version control with Git and GitHub, collaborative workflows, and clean code practices applied across all development projects.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232692" y="1807775"/>
            <a:ext cx="7821309" cy="108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Technical Presence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164580"/>
            <a:ext cx="3571046" cy="4122420"/>
          </a:xfrm>
          <a:custGeom>
            <a:avLst/>
            <a:gdLst/>
            <a:ahLst/>
            <a:cxnLst/>
            <a:rect r="r" b="b" t="t" l="l"/>
            <a:pathLst>
              <a:path h="4122420" w="3571046">
                <a:moveTo>
                  <a:pt x="0" y="0"/>
                </a:moveTo>
                <a:lnTo>
                  <a:pt x="3571046" y="0"/>
                </a:lnTo>
                <a:lnTo>
                  <a:pt x="3571046" y="4122420"/>
                </a:lnTo>
                <a:lnTo>
                  <a:pt x="0" y="4122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9211339" y="1871374"/>
            <a:ext cx="5287731" cy="1347529"/>
            <a:chOff x="0" y="0"/>
            <a:chExt cx="1392653" cy="3549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92653" cy="354905"/>
            </a:xfrm>
            <a:custGeom>
              <a:avLst/>
              <a:gdLst/>
              <a:ahLst/>
              <a:cxnLst/>
              <a:rect r="r" b="b" t="t" l="l"/>
              <a:pathLst>
                <a:path h="354905" w="1392653">
                  <a:moveTo>
                    <a:pt x="0" y="0"/>
                  </a:moveTo>
                  <a:lnTo>
                    <a:pt x="1392653" y="0"/>
                  </a:lnTo>
                  <a:lnTo>
                    <a:pt x="1392653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92653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3075364"/>
            <a:ext cx="191828" cy="191828"/>
            <a:chOff x="0" y="0"/>
            <a:chExt cx="423559" cy="42355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374581" y="3122989"/>
            <a:ext cx="191828" cy="191828"/>
            <a:chOff x="0" y="0"/>
            <a:chExt cx="423559" cy="4235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0" y="1775460"/>
            <a:ext cx="191828" cy="191828"/>
            <a:chOff x="0" y="0"/>
            <a:chExt cx="423559" cy="4235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374581" y="1775460"/>
            <a:ext cx="191828" cy="191828"/>
            <a:chOff x="0" y="0"/>
            <a:chExt cx="423559" cy="423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4450" y="1871374"/>
            <a:ext cx="6640159" cy="6640165"/>
            <a:chOff x="0" y="0"/>
            <a:chExt cx="1419732" cy="14197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9733" cy="1419746"/>
            </a:xfrm>
            <a:custGeom>
              <a:avLst/>
              <a:gdLst/>
              <a:ahLst/>
              <a:cxnLst/>
              <a:rect r="r" b="b" t="t" l="l"/>
              <a:pathLst>
                <a:path h="1419746" w="1419733">
                  <a:moveTo>
                    <a:pt x="93229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42073"/>
                  </a:lnTo>
                  <a:cubicBezTo>
                    <a:pt x="0" y="1340199"/>
                    <a:pt x="79547" y="1419746"/>
                    <a:pt x="177673" y="1419746"/>
                  </a:cubicBezTo>
                  <a:lnTo>
                    <a:pt x="1242060" y="1419746"/>
                  </a:lnTo>
                  <a:cubicBezTo>
                    <a:pt x="1340186" y="1419746"/>
                    <a:pt x="1419733" y="1340199"/>
                    <a:pt x="1419733" y="1242073"/>
                  </a:cubicBezTo>
                  <a:lnTo>
                    <a:pt x="1419733" y="523958"/>
                  </a:lnTo>
                  <a:cubicBezTo>
                    <a:pt x="1419733" y="480251"/>
                    <a:pt x="1403623" y="438079"/>
                    <a:pt x="1374484" y="405503"/>
                  </a:cubicBezTo>
                  <a:lnTo>
                    <a:pt x="1064707" y="59214"/>
                  </a:lnTo>
                  <a:cubicBezTo>
                    <a:pt x="1031003" y="21536"/>
                    <a:pt x="982844" y="0"/>
                    <a:pt x="93229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95250" cap="sq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211339" y="3741420"/>
            <a:ext cx="8047961" cy="4704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05"/>
              </a:lnSpc>
            </a:pPr>
            <a:r>
              <a:rPr lang="en-US" sz="2270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Explore my repositories, projects, and development work on GitHub.</a:t>
            </a:r>
          </a:p>
          <a:p>
            <a:pPr algn="l" marL="0" indent="0" lvl="0">
              <a:lnSpc>
                <a:spcPts val="3405"/>
              </a:lnSpc>
            </a:pPr>
            <a:r>
              <a:rPr lang="en-US" sz="2270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My GitHub profile showcases a growing collection of real-world projects including school management systems, church management platforms, e-commerce applications, and ERP solutions.</a:t>
            </a:r>
          </a:p>
          <a:p>
            <a:pPr algn="l" marL="0" indent="0" lvl="0">
              <a:lnSpc>
                <a:spcPts val="3405"/>
              </a:lnSpc>
            </a:pPr>
            <a:r>
              <a:rPr lang="en-US" sz="2270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🔗 github.com/Philo25Waheed</a:t>
            </a:r>
          </a:p>
          <a:p>
            <a:pPr algn="l" marL="0" indent="0" lvl="0">
              <a:lnSpc>
                <a:spcPts val="3405"/>
              </a:lnSpc>
            </a:pPr>
            <a:r>
              <a:rPr lang="en-US" sz="2270">
                <a:solidFill>
                  <a:srgbClr val="E2E8F0"/>
                </a:solidFill>
                <a:latin typeface="Anonymous Pro"/>
                <a:ea typeface="Anonymous Pro"/>
                <a:cs typeface="Anonymous Pro"/>
                <a:sym typeface="Anonymous Pro"/>
              </a:rPr>
              <a:t>From full-stack web apps to backend systems, each repository reflects hands-on problem solving, clean code practices, and continuous learning in modern web development technologies.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11339" y="1967939"/>
            <a:ext cx="5287731" cy="91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43"/>
              </a:lnSpc>
              <a:spcBef>
                <a:spcPct val="0"/>
              </a:spcBef>
            </a:pPr>
            <a:r>
              <a:rPr lang="en-US" b="true" sz="4959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GitHub Overview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2251324">
            <a:off x="0" y="-1690421"/>
            <a:ext cx="3894392" cy="7279237"/>
          </a:xfrm>
          <a:custGeom>
            <a:avLst/>
            <a:gdLst/>
            <a:ahLst/>
            <a:cxnLst/>
            <a:rect r="r" b="b" t="t" l="l"/>
            <a:pathLst>
              <a:path h="7279237" w="3894392">
                <a:moveTo>
                  <a:pt x="3894392" y="7279237"/>
                </a:moveTo>
                <a:lnTo>
                  <a:pt x="0" y="7279237"/>
                </a:lnTo>
                <a:lnTo>
                  <a:pt x="0" y="0"/>
                </a:lnTo>
                <a:lnTo>
                  <a:pt x="3894392" y="0"/>
                </a:lnTo>
                <a:lnTo>
                  <a:pt x="3894392" y="7279237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8550000">
            <a:off x="14361654" y="5618681"/>
            <a:ext cx="3894392" cy="7279237"/>
          </a:xfrm>
          <a:custGeom>
            <a:avLst/>
            <a:gdLst/>
            <a:ahLst/>
            <a:cxnLst/>
            <a:rect r="r" b="b" t="t" l="l"/>
            <a:pathLst>
              <a:path h="7279237" w="3894392">
                <a:moveTo>
                  <a:pt x="3894392" y="7279238"/>
                </a:moveTo>
                <a:lnTo>
                  <a:pt x="0" y="7279238"/>
                </a:lnTo>
                <a:lnTo>
                  <a:pt x="0" y="0"/>
                </a:lnTo>
                <a:lnTo>
                  <a:pt x="3894392" y="0"/>
                </a:lnTo>
                <a:lnTo>
                  <a:pt x="3894392" y="727923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49289" y="3625333"/>
            <a:ext cx="740716" cy="740716"/>
          </a:xfrm>
          <a:custGeom>
            <a:avLst/>
            <a:gdLst/>
            <a:ahLst/>
            <a:cxnLst/>
            <a:rect r="r" b="b" t="t" l="l"/>
            <a:pathLst>
              <a:path h="740716" w="740716">
                <a:moveTo>
                  <a:pt x="0" y="0"/>
                </a:moveTo>
                <a:lnTo>
                  <a:pt x="740716" y="0"/>
                </a:lnTo>
                <a:lnTo>
                  <a:pt x="740716" y="740716"/>
                </a:lnTo>
                <a:lnTo>
                  <a:pt x="0" y="7407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49289" y="6341291"/>
            <a:ext cx="740716" cy="740716"/>
          </a:xfrm>
          <a:custGeom>
            <a:avLst/>
            <a:gdLst/>
            <a:ahLst/>
            <a:cxnLst/>
            <a:rect r="r" b="b" t="t" l="l"/>
            <a:pathLst>
              <a:path h="740716" w="740716">
                <a:moveTo>
                  <a:pt x="0" y="0"/>
                </a:moveTo>
                <a:lnTo>
                  <a:pt x="740716" y="0"/>
                </a:lnTo>
                <a:lnTo>
                  <a:pt x="740716" y="740716"/>
                </a:lnTo>
                <a:lnTo>
                  <a:pt x="0" y="7407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49289" y="4983312"/>
            <a:ext cx="740716" cy="740716"/>
          </a:xfrm>
          <a:custGeom>
            <a:avLst/>
            <a:gdLst/>
            <a:ahLst/>
            <a:cxnLst/>
            <a:rect r="r" b="b" t="t" l="l"/>
            <a:pathLst>
              <a:path h="740716" w="740716">
                <a:moveTo>
                  <a:pt x="0" y="0"/>
                </a:moveTo>
                <a:lnTo>
                  <a:pt x="740716" y="0"/>
                </a:lnTo>
                <a:lnTo>
                  <a:pt x="740716" y="740716"/>
                </a:lnTo>
                <a:lnTo>
                  <a:pt x="0" y="7407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28542" y="1124614"/>
            <a:ext cx="6229610" cy="1347529"/>
            <a:chOff x="0" y="0"/>
            <a:chExt cx="1640720" cy="3549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0720" cy="354905"/>
            </a:xfrm>
            <a:custGeom>
              <a:avLst/>
              <a:gdLst/>
              <a:ahLst/>
              <a:cxnLst/>
              <a:rect r="r" b="b" t="t" l="l"/>
              <a:pathLst>
                <a:path h="354905" w="1640720">
                  <a:moveTo>
                    <a:pt x="0" y="0"/>
                  </a:moveTo>
                  <a:lnTo>
                    <a:pt x="1640720" y="0"/>
                  </a:lnTo>
                  <a:lnTo>
                    <a:pt x="1640720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40720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37027" y="2347173"/>
            <a:ext cx="191828" cy="191828"/>
            <a:chOff x="0" y="0"/>
            <a:chExt cx="423559" cy="4235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43188" y="2376229"/>
            <a:ext cx="191828" cy="191828"/>
            <a:chOff x="0" y="0"/>
            <a:chExt cx="423559" cy="42355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61203" y="1028700"/>
            <a:ext cx="191828" cy="191828"/>
            <a:chOff x="0" y="0"/>
            <a:chExt cx="423559" cy="42355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43188" y="1028700"/>
            <a:ext cx="191828" cy="191828"/>
            <a:chOff x="0" y="0"/>
            <a:chExt cx="423559" cy="4235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3198612"/>
            <a:ext cx="5668089" cy="5668094"/>
            <a:chOff x="0" y="0"/>
            <a:chExt cx="1419732" cy="141973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9733" cy="1419746"/>
            </a:xfrm>
            <a:custGeom>
              <a:avLst/>
              <a:gdLst/>
              <a:ahLst/>
              <a:cxnLst/>
              <a:rect r="r" b="b" t="t" l="l"/>
              <a:pathLst>
                <a:path h="1419746" w="1419733">
                  <a:moveTo>
                    <a:pt x="93229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242073"/>
                  </a:lnTo>
                  <a:cubicBezTo>
                    <a:pt x="0" y="1340199"/>
                    <a:pt x="79547" y="1419746"/>
                    <a:pt x="177673" y="1419746"/>
                  </a:cubicBezTo>
                  <a:lnTo>
                    <a:pt x="1242060" y="1419746"/>
                  </a:lnTo>
                  <a:cubicBezTo>
                    <a:pt x="1340186" y="1419746"/>
                    <a:pt x="1419733" y="1340199"/>
                    <a:pt x="1419733" y="1242073"/>
                  </a:cubicBezTo>
                  <a:lnTo>
                    <a:pt x="1419733" y="523958"/>
                  </a:lnTo>
                  <a:cubicBezTo>
                    <a:pt x="1419733" y="480251"/>
                    <a:pt x="1403623" y="438079"/>
                    <a:pt x="1374484" y="405503"/>
                  </a:cubicBezTo>
                  <a:lnTo>
                    <a:pt x="1064707" y="59214"/>
                  </a:lnTo>
                  <a:cubicBezTo>
                    <a:pt x="1031003" y="21536"/>
                    <a:pt x="982844" y="0"/>
                    <a:pt x="932290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  <a:ln w="95250" cap="sq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654856" y="7738791"/>
            <a:ext cx="735149" cy="628552"/>
          </a:xfrm>
          <a:custGeom>
            <a:avLst/>
            <a:gdLst/>
            <a:ahLst/>
            <a:cxnLst/>
            <a:rect r="r" b="b" t="t" l="l"/>
            <a:pathLst>
              <a:path h="628552" w="735149">
                <a:moveTo>
                  <a:pt x="0" y="0"/>
                </a:moveTo>
                <a:lnTo>
                  <a:pt x="735149" y="0"/>
                </a:lnTo>
                <a:lnTo>
                  <a:pt x="735149" y="628552"/>
                </a:lnTo>
                <a:lnTo>
                  <a:pt x="0" y="6285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678487" y="3700920"/>
            <a:ext cx="8498937" cy="522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5"/>
              </a:lnSpc>
              <a:spcBef>
                <a:spcPct val="0"/>
              </a:spcBef>
            </a:pPr>
            <a:r>
              <a:rPr lang="en-US" sz="303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Email : filowaheed28@gmail.com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78487" y="6416882"/>
            <a:ext cx="8498937" cy="52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5"/>
              </a:lnSpc>
              <a:spcBef>
                <a:spcPct val="0"/>
              </a:spcBef>
            </a:pPr>
            <a:r>
              <a:rPr lang="en-US" sz="303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GitHub : </a:t>
            </a:r>
            <a:r>
              <a:rPr lang="en-US" sz="3039" u="sng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  <a:hlinkClick r:id="rId14" tooltip="https://github.com/Philo25Waheed"/>
              </a:rPr>
              <a:t>github.com/Philo25Waheed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78487" y="7758300"/>
            <a:ext cx="8498937" cy="52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5"/>
              </a:lnSpc>
              <a:spcBef>
                <a:spcPct val="0"/>
              </a:spcBef>
            </a:pPr>
            <a:r>
              <a:rPr lang="en-US" sz="303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LinkedIn : </a:t>
            </a:r>
            <a:r>
              <a:rPr lang="en-US" sz="3039" u="sng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  <a:hlinkClick r:id="rId15" tooltip="https://www.linkedin.com/in/philopateer-waheed-0751071b9/"/>
              </a:rPr>
              <a:t>[Add verified LinkedIn]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28542" y="1278329"/>
            <a:ext cx="6229610" cy="64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08"/>
              </a:lnSpc>
              <a:spcBef>
                <a:spcPct val="0"/>
              </a:spcBef>
            </a:pPr>
            <a:r>
              <a:rPr lang="en-US" b="true" sz="3577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Let's Build Something Great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78487" y="5058903"/>
            <a:ext cx="8498937" cy="522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5"/>
              </a:lnSpc>
              <a:spcBef>
                <a:spcPct val="0"/>
              </a:spcBef>
            </a:pPr>
            <a:r>
              <a:rPr lang="en-US" sz="3039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rPr>
              <a:t>Phone : 01203031800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41A29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9609513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8678487" y="0"/>
                </a:moveTo>
                <a:lnTo>
                  <a:pt x="0" y="0"/>
                </a:lnTo>
                <a:lnTo>
                  <a:pt x="0" y="10287000"/>
                </a:lnTo>
                <a:lnTo>
                  <a:pt x="8678487" y="10287000"/>
                </a:lnTo>
                <a:lnTo>
                  <a:pt x="8678487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678487" cy="10287000"/>
          </a:xfrm>
          <a:custGeom>
            <a:avLst/>
            <a:gdLst/>
            <a:ahLst/>
            <a:cxnLst/>
            <a:rect r="r" b="b" t="t" l="l"/>
            <a:pathLst>
              <a:path h="10287000" w="8678487">
                <a:moveTo>
                  <a:pt x="0" y="0"/>
                </a:moveTo>
                <a:lnTo>
                  <a:pt x="8678487" y="0"/>
                </a:lnTo>
                <a:lnTo>
                  <a:pt x="86784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5299991" y="0"/>
            <a:ext cx="12657383" cy="10287000"/>
          </a:xfrm>
          <a:custGeom>
            <a:avLst/>
            <a:gdLst/>
            <a:ahLst/>
            <a:cxnLst/>
            <a:rect r="r" b="b" t="t" l="l"/>
            <a:pathLst>
              <a:path h="10287000" w="12657383">
                <a:moveTo>
                  <a:pt x="12657382" y="0"/>
                </a:moveTo>
                <a:lnTo>
                  <a:pt x="0" y="0"/>
                </a:lnTo>
                <a:lnTo>
                  <a:pt x="0" y="10287000"/>
                </a:lnTo>
                <a:lnTo>
                  <a:pt x="12657382" y="10287000"/>
                </a:lnTo>
                <a:lnTo>
                  <a:pt x="1265738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656257" y="472565"/>
            <a:ext cx="5631743" cy="1112269"/>
          </a:xfrm>
          <a:custGeom>
            <a:avLst/>
            <a:gdLst/>
            <a:ahLst/>
            <a:cxnLst/>
            <a:rect r="r" b="b" t="t" l="l"/>
            <a:pathLst>
              <a:path h="1112269" w="5631743">
                <a:moveTo>
                  <a:pt x="5631743" y="0"/>
                </a:moveTo>
                <a:lnTo>
                  <a:pt x="0" y="0"/>
                </a:lnTo>
                <a:lnTo>
                  <a:pt x="0" y="1112270"/>
                </a:lnTo>
                <a:lnTo>
                  <a:pt x="5631743" y="1112270"/>
                </a:lnTo>
                <a:lnTo>
                  <a:pt x="56317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65556" y="1665704"/>
            <a:ext cx="7528181" cy="6955593"/>
            <a:chOff x="0" y="0"/>
            <a:chExt cx="1508891" cy="1394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8891" cy="1394126"/>
            </a:xfrm>
            <a:custGeom>
              <a:avLst/>
              <a:gdLst/>
              <a:ahLst/>
              <a:cxnLst/>
              <a:rect r="r" b="b" t="t" l="l"/>
              <a:pathLst>
                <a:path h="1394126" w="1508891">
                  <a:moveTo>
                    <a:pt x="639418" y="88095"/>
                  </a:moveTo>
                  <a:lnTo>
                    <a:pt x="639418" y="246210"/>
                  </a:lnTo>
                  <a:cubicBezTo>
                    <a:pt x="639418" y="267140"/>
                    <a:pt x="631966" y="287386"/>
                    <a:pt x="618397" y="303322"/>
                  </a:cubicBezTo>
                  <a:lnTo>
                    <a:pt x="450704" y="500263"/>
                  </a:lnTo>
                  <a:cubicBezTo>
                    <a:pt x="433967" y="519922"/>
                    <a:pt x="409449" y="531250"/>
                    <a:pt x="383630" y="531251"/>
                  </a:cubicBezTo>
                  <a:lnTo>
                    <a:pt x="88095" y="531251"/>
                  </a:lnTo>
                  <a:cubicBezTo>
                    <a:pt x="39444" y="531251"/>
                    <a:pt x="4" y="570689"/>
                    <a:pt x="0" y="619340"/>
                  </a:cubicBezTo>
                  <a:lnTo>
                    <a:pt x="0" y="1306032"/>
                  </a:lnTo>
                  <a:cubicBezTo>
                    <a:pt x="1" y="1354685"/>
                    <a:pt x="39442" y="1394126"/>
                    <a:pt x="88095" y="1394126"/>
                  </a:cubicBezTo>
                  <a:lnTo>
                    <a:pt x="1420796" y="1394126"/>
                  </a:lnTo>
                  <a:cubicBezTo>
                    <a:pt x="1469449" y="1394126"/>
                    <a:pt x="1508890" y="1354685"/>
                    <a:pt x="1508891" y="1306032"/>
                  </a:cubicBezTo>
                  <a:lnTo>
                    <a:pt x="1508891" y="88095"/>
                  </a:lnTo>
                  <a:cubicBezTo>
                    <a:pt x="1508891" y="64731"/>
                    <a:pt x="1499610" y="42323"/>
                    <a:pt x="1483089" y="25802"/>
                  </a:cubicBezTo>
                  <a:cubicBezTo>
                    <a:pt x="1466568" y="9281"/>
                    <a:pt x="1444160" y="0"/>
                    <a:pt x="1420796" y="0"/>
                  </a:cubicBezTo>
                  <a:lnTo>
                    <a:pt x="727513" y="0"/>
                  </a:lnTo>
                  <a:cubicBezTo>
                    <a:pt x="678860" y="0"/>
                    <a:pt x="639418" y="39441"/>
                    <a:pt x="639418" y="88095"/>
                  </a:cubicBezTo>
                  <a:close/>
                </a:path>
              </a:pathLst>
            </a:custGeom>
            <a:blipFill>
              <a:blip r:embed="rId8"/>
              <a:stretch>
                <a:fillRect l="0" t="-57" r="0" b="-57"/>
              </a:stretch>
            </a:blipFill>
            <a:ln w="76200" cap="sq">
              <a:gradFill>
                <a:gsLst>
                  <a:gs pos="0">
                    <a:srgbClr val="00E5FF">
                      <a:alpha val="100000"/>
                    </a:srgbClr>
                  </a:gs>
                  <a:gs pos="100000">
                    <a:srgbClr val="0079BE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3086686" y="8852536"/>
            <a:ext cx="4095750" cy="28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2"/>
              </a:lnSpc>
              <a:spcBef>
                <a:spcPct val="0"/>
              </a:spcBef>
            </a:pPr>
            <a:r>
              <a:rPr lang="en-US" sz="1594">
                <a:solidFill>
                  <a:srgbClr val="E2E8F0"/>
                </a:solidFill>
                <a:latin typeface="Telegraf"/>
                <a:ea typeface="Telegraf"/>
                <a:cs typeface="Telegraf"/>
                <a:sym typeface="Telegraf"/>
              </a:rPr>
              <a:t>github.com/Philo25Waheed</a:t>
            </a:r>
          </a:p>
        </p:txBody>
      </p:sp>
      <p:sp>
        <p:nvSpPr>
          <p:cNvPr name="TextBox 9" id="9"/>
          <p:cNvSpPr txBox="true"/>
          <p:nvPr/>
        </p:nvSpPr>
        <p:spPr>
          <a:xfrm rot="-5400000">
            <a:off x="-945610" y="6293584"/>
            <a:ext cx="4305993" cy="34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0"/>
              </a:lnSpc>
              <a:spcBef>
                <a:spcPct val="0"/>
              </a:spcBef>
            </a:pPr>
            <a:r>
              <a:rPr lang="en-US" b="true" sz="1992">
                <a:solidFill>
                  <a:srgbClr val="0F172A"/>
                </a:solidFill>
                <a:latin typeface="Anonymous Pro Bold"/>
                <a:ea typeface="Anonymous Pro Bold"/>
                <a:cs typeface="Anonymous Pro Bold"/>
                <a:sym typeface="Anonymous Pro Bold"/>
              </a:rPr>
              <a:t>Philopateer Waheed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99809" y="5999651"/>
            <a:ext cx="5782627" cy="1347529"/>
            <a:chOff x="0" y="0"/>
            <a:chExt cx="1522996" cy="3549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2996" cy="354905"/>
            </a:xfrm>
            <a:custGeom>
              <a:avLst/>
              <a:gdLst/>
              <a:ahLst/>
              <a:cxnLst/>
              <a:rect r="r" b="b" t="t" l="l"/>
              <a:pathLst>
                <a:path h="354905" w="1522996">
                  <a:moveTo>
                    <a:pt x="0" y="0"/>
                  </a:moveTo>
                  <a:lnTo>
                    <a:pt x="1522996" y="0"/>
                  </a:lnTo>
                  <a:lnTo>
                    <a:pt x="1522996" y="354905"/>
                  </a:lnTo>
                  <a:lnTo>
                    <a:pt x="0" y="354905"/>
                  </a:lnTo>
                  <a:close/>
                </a:path>
              </a:pathLst>
            </a:custGeom>
            <a:ln w="4762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2996" cy="393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332470" y="7203641"/>
            <a:ext cx="191828" cy="191828"/>
            <a:chOff x="0" y="0"/>
            <a:chExt cx="423559" cy="4235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67472" y="7251266"/>
            <a:ext cx="191828" cy="191828"/>
            <a:chOff x="0" y="0"/>
            <a:chExt cx="423559" cy="4235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32470" y="5903737"/>
            <a:ext cx="191828" cy="191828"/>
            <a:chOff x="0" y="0"/>
            <a:chExt cx="423559" cy="4235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067472" y="5903737"/>
            <a:ext cx="191828" cy="191828"/>
            <a:chOff x="0" y="0"/>
            <a:chExt cx="423559" cy="4235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3559" cy="423559"/>
            </a:xfrm>
            <a:custGeom>
              <a:avLst/>
              <a:gdLst/>
              <a:ahLst/>
              <a:cxnLst/>
              <a:rect r="r" b="b" t="t" l="l"/>
              <a:pathLst>
                <a:path h="423559" w="423559">
                  <a:moveTo>
                    <a:pt x="0" y="0"/>
                  </a:moveTo>
                  <a:lnTo>
                    <a:pt x="423559" y="0"/>
                  </a:lnTo>
                  <a:lnTo>
                    <a:pt x="423559" y="423559"/>
                  </a:lnTo>
                  <a:lnTo>
                    <a:pt x="0" y="423559"/>
                  </a:lnTo>
                  <a:close/>
                </a:path>
              </a:pathLst>
            </a:custGeom>
            <a:solidFill>
              <a:srgbClr val="00E5FF"/>
            </a:solidFill>
            <a:ln w="28575" cap="sq">
              <a:solidFill>
                <a:srgbClr val="00E5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23559" cy="461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6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051625" y="3550806"/>
            <a:ext cx="8207675" cy="170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3166"/>
              </a:lnSpc>
              <a:spcBef>
                <a:spcPct val="0"/>
              </a:spcBef>
            </a:pPr>
            <a:r>
              <a:rPr lang="en-US" b="true" sz="9404">
                <a:solidFill>
                  <a:srgbClr val="F2F2F2"/>
                </a:solidFill>
                <a:latin typeface="Telegraf Bold"/>
                <a:ea typeface="Telegraf Bold"/>
                <a:cs typeface="Telegraf Bold"/>
                <a:sym typeface="Telegraf Bold"/>
              </a:rPr>
              <a:t>For Your Time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8518" y="2427103"/>
            <a:ext cx="7680782" cy="162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590"/>
              </a:lnSpc>
              <a:spcBef>
                <a:spcPct val="0"/>
              </a:spcBef>
            </a:pPr>
            <a:r>
              <a:rPr lang="en-US" b="true" sz="8993">
                <a:solidFill>
                  <a:srgbClr val="00E5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63665" y="6189228"/>
            <a:ext cx="5718771" cy="61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650"/>
              </a:lnSpc>
              <a:spcBef>
                <a:spcPct val="0"/>
              </a:spcBef>
            </a:pPr>
            <a:r>
              <a:rPr lang="en-US" b="true" sz="3321" spc="83">
                <a:solidFill>
                  <a:srgbClr val="E2E8F0"/>
                </a:solidFill>
                <a:latin typeface="Telegraf Bold"/>
                <a:ea typeface="Telegraf Bold"/>
                <a:cs typeface="Telegraf Bold"/>
                <a:sym typeface="Telegraf Bold"/>
              </a:rPr>
              <a:t>Questions? Let's Connect.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609513" y="5962884"/>
            <a:ext cx="1472605" cy="1421064"/>
          </a:xfrm>
          <a:custGeom>
            <a:avLst/>
            <a:gdLst/>
            <a:ahLst/>
            <a:cxnLst/>
            <a:rect r="r" b="b" t="t" l="l"/>
            <a:pathLst>
              <a:path h="1421064" w="1472605">
                <a:moveTo>
                  <a:pt x="0" y="0"/>
                </a:moveTo>
                <a:lnTo>
                  <a:pt x="1472605" y="0"/>
                </a:lnTo>
                <a:lnTo>
                  <a:pt x="1472605" y="1421064"/>
                </a:lnTo>
                <a:lnTo>
                  <a:pt x="0" y="142106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DAHSE61-NfU</dc:identifier>
  <dcterms:modified xsi:type="dcterms:W3CDTF">2011-08-01T06:04:30Z</dcterms:modified>
  <cp:revision>1</cp:revision>
  <dc:title>Philopateer Waheed Portfolio Presentation</dc:title>
</cp:coreProperties>
</file>